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课程目标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软件工程导论（AISE-AI增强软件工程）</a:t>
            </a:r>
          </a:p>
          <a:p>
            <a:r>
              <a:t>贵州民族大学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掌握软件工程基本概念、原理和开发方法</a:t>
            </a:r>
          </a:p>
          <a:p>
            <a:pPr/>
            <a:r>
              <a:t>熟悉软件系统分析与设计理论</a:t>
            </a:r>
          </a:p>
          <a:p>
            <a:pPr/>
            <a:r>
              <a:t>了解AI辅助编程工具使用方法</a:t>
            </a:r>
          </a:p>
          <a:p>
            <a:pPr/>
            <a:r>
              <a:t>掌握UML建模技术</a:t>
            </a:r>
          </a:p>
          <a:p>
            <a:pPr/>
            <a:r>
              <a:t>理解团队协作开发流程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能力目标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运用软件工程方法进行需求分析和系统设计</a:t>
            </a:r>
          </a:p>
          <a:p>
            <a:pPr/>
            <a:r>
              <a:t>使用UML工具进行面向对象建模</a:t>
            </a:r>
          </a:p>
          <a:p>
            <a:pPr/>
            <a:r>
              <a:t>使用AI辅助编程工具提升开发效率</a:t>
            </a:r>
          </a:p>
          <a:p>
            <a:pPr/>
            <a:r>
              <a:t>进行规范的代码编写和单元测试</a:t>
            </a:r>
          </a:p>
          <a:p>
            <a:pPr/>
            <a:r>
              <a:t>使用Git进行版本管理和团队协作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素质目标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培养工程化思维和规范化开发习惯</a:t>
            </a:r>
          </a:p>
          <a:p>
            <a:pPr/>
            <a:r>
              <a:t>增强团队协作意识和沟通能力</a:t>
            </a:r>
          </a:p>
          <a:p>
            <a:pPr/>
            <a:r>
              <a:t>养成持续学习和自我提升的习惯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
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教学设计样例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软件工程导论（AISE-AI增强软件工程）</a:t>
            </a:r>
          </a:p>
          <a:p>
            <a:r>
              <a:t>贵州民族大学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课程信息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课程名称：软件工程导论</a:t>
            </a:r>
          </a:p>
          <a:p>
            <a:pPr/>
            <a:r>
              <a:t>授课对象：软件工程专业本科二年级</a:t>
            </a:r>
          </a:p>
          <a:p>
            <a:pPr/>
            <a:r>
              <a:t>学时：64学时（32理论+32实践）</a:t>
            </a:r>
          </a:p>
          <a:p>
            <a:pPr/>
            <a:r>
              <a:t>学分：4学分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教学目标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知识目标：架构设计原则、分层架构</a:t>
            </a:r>
          </a:p>
          <a:p>
            <a:pPr/>
            <a:r>
              <a:t>能力目标：系统架构设计、模块划分</a:t>
            </a:r>
          </a:p>
          <a:p>
            <a:pPr/>
            <a:r>
              <a:t>素质目标：系统思维、代码规范意识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教学过程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导入：5分钟 - 回顾引入</a:t>
            </a:r>
          </a:p>
          <a:p>
            <a:pPr/>
            <a:r>
              <a:t>讲授：20分钟 - 架构原则</a:t>
            </a:r>
          </a:p>
          <a:p>
            <a:pPr/>
            <a:r>
              <a:t>演示：15分钟 - SQLRustGo解析</a:t>
            </a:r>
          </a:p>
          <a:p>
            <a:pPr/>
            <a:r>
              <a:t>实践：30分钟 - 分组设计</a:t>
            </a:r>
          </a:p>
          <a:p>
            <a:pPr/>
            <a:r>
              <a:t>讨论：15分钟 - 方案分享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
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第5</a:t>
            </a:r>
          </a:p>
          <a:p>
            <a:r>
              <a:t>架构设计原理与SQLRustGo架构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**架构设计概述**（25分钟）</a:t>
            </a:r>
          </a:p>
          <a:p>
            <a:pPr/>
            <a:r>
              <a:t>2. **SQLRustGo四层架构设计**（30分钟）</a:t>
            </a:r>
          </a:p>
          <a:p>
            <a:pPr/>
            <a:r>
              <a:t>3. **架构图绘制实践**（20分钟）</a:t>
            </a:r>
          </a:p>
          <a:p>
            <a:pPr/>
            <a:r>
              <a:t>4. **AI辅助架构设计实践**（10分钟）</a:t>
            </a:r>
          </a:p>
          <a:p>
            <a:pPr/>
            <a:r>
              <a:t>---</a:t>
            </a:r>
          </a:p>
          <a:p>
            <a:pPr/>
            <a:r>
              <a:t># Part 1: 架构设计概述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What：什么是软件架构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软件系统的高层结构，包括组件、组件关系、组件与环境的关系</a:t>
            </a:r>
          </a:p>
          <a:p>
            <a:pPr/>
            <a:r>
              <a:t>### 架构的层次</a:t>
            </a:r>
          </a:p>
          <a:p>
            <a:pPr/>
            <a:r>
              <a:t>- **业务架构**：业务流程、业务规则</a:t>
            </a:r>
          </a:p>
          <a:p>
            <a:pPr/>
            <a:r>
              <a:t>- **应用架构**：功能模块、模块关系</a:t>
            </a:r>
          </a:p>
          <a:p>
            <a:pPr/>
            <a:r>
              <a:t>- **数据架构**：数据模型、数据流向</a:t>
            </a:r>
          </a:p>
          <a:p>
            <a:pPr/>
            <a:r>
              <a:t>- **技术架构**：技术选型、基础设施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What：什么是软件架构（续）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架构的核心要素</a:t>
            </a:r>
          </a:p>
          <a:p>
            <a:pPr/>
            <a:r>
              <a:t>- **组件（Component）**：功能单元</a:t>
            </a:r>
          </a:p>
          <a:p>
            <a:pPr/>
            <a:r>
              <a:t>- **连接器（Connector）**：组件间的通信机制</a:t>
            </a:r>
          </a:p>
          <a:p>
            <a:pPr/>
            <a:r>
              <a:t>- **约束（Constraint）**：架构的限制条件</a:t>
            </a:r>
          </a:p>
          <a:p>
            <a:pPr/>
            <a:r>
              <a:t>### 架构设计原则</a:t>
            </a:r>
          </a:p>
          <a:p>
            <a:pPr/>
            <a:r>
              <a:t>- **高内聚低耦合**</a:t>
            </a:r>
          </a:p>
          <a:p>
            <a:pPr/>
            <a:r>
              <a:t>- **关注点分离**</a:t>
            </a:r>
          </a:p>
          <a:p>
            <a:pPr/>
            <a:r>
              <a:t>- **单一职责**</a:t>
            </a:r>
          </a:p>
          <a:p>
            <a:pPr/>
            <a:r>
              <a:t>- **开闭原则**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复杂性管理</a:t>
            </a:r>
          </a:p>
          <a:p>
            <a:pPr/>
            <a:r>
              <a:t>- 大型系统包含数百万行代码</a:t>
            </a:r>
          </a:p>
          <a:p>
            <a:pPr/>
            <a:r>
              <a:t>- 没有良好架构，系统无法理解和维护</a:t>
            </a:r>
          </a:p>
          <a:p>
            <a:pPr/>
            <a:r>
              <a:t>- 架构提供系统的"地图"和"导航"</a:t>
            </a:r>
          </a:p>
          <a:p>
            <a:pPr/>
            <a:r>
              <a:t>### 质量保证</a:t>
            </a:r>
          </a:p>
          <a:p>
            <a:pPr/>
            <a:r>
              <a:t>- 架构决定系统的质量属性（性能、可扩展性、可靠性）</a:t>
            </a:r>
          </a:p>
          <a:p>
            <a:pPr/>
            <a:r>
              <a:t>- 良好架构降低Bug数量</a:t>
            </a:r>
          </a:p>
          <a:p>
            <a:pPr/>
            <a:r>
              <a:t>- 提高代码可读性和可维护性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Why：为什么需要架构设计（续）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团队协作</a:t>
            </a:r>
          </a:p>
          <a:p>
            <a:pPr/>
            <a:r>
              <a:t>- 清晰的架构让多人协作成为可能</a:t>
            </a:r>
          </a:p>
          <a:p>
            <a:pPr/>
            <a:r>
              <a:t>- 降低沟通成本</a:t>
            </a:r>
          </a:p>
          <a:p>
            <a:pPr/>
            <a:r>
              <a:t>- 减少代码冲突</a:t>
            </a:r>
          </a:p>
          <a:p>
            <a:pPr/>
            <a:r>
              <a:t>### 风险控制</a:t>
            </a:r>
          </a:p>
          <a:p>
            <a:pPr/>
            <a:r>
              <a:t>- 架构设计提前识别风险</a:t>
            </a:r>
          </a:p>
          <a:p>
            <a:pPr/>
            <a:r>
              <a:t>- 降低后期重构成本</a:t>
            </a:r>
          </a:p>
          <a:p>
            <a:pPr/>
            <a:r>
              <a:t>- 提高系统稳定性</a:t>
            </a:r>
          </a:p>
          <a:p>
            <a:pPr/>
            <a:r>
              <a:t>### 成本控制</a:t>
            </a:r>
          </a:p>
          <a:p>
            <a:pPr/>
            <a:r>
              <a:t>- **架构设计成本 &lt;&lt; 重构成本**</a:t>
            </a:r>
          </a:p>
          <a:p>
            <a:pPr/>
            <a:r>
              <a:t>- 良好架构降低长期维护成本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Why：为什么需要架构设计（续）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业界案例</a:t>
            </a:r>
          </a:p>
          <a:p>
            <a:pPr/>
            <a:r>
              <a:t>- **Google**：微服务架构支撑全球搜索</a:t>
            </a:r>
          </a:p>
          <a:p>
            <a:pPr/>
            <a:r>
              <a:t>- **Netflix**：云原生架构支撑流媒体服务</a:t>
            </a:r>
          </a:p>
          <a:p>
            <a:pPr/>
            <a:r>
              <a:t>- **微信**：分布式架构支撑亿级用户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How：如何进行架构设计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架构设计流程</a:t>
            </a:r>
          </a:p>
          <a:p>
            <a:pPr/>
            <a:r>
              <a:t>1. **需求分析**：理解业务需求和技术约束</a:t>
            </a:r>
          </a:p>
          <a:p>
            <a:pPr/>
            <a:r>
              <a:t>2. **架构风格选择**：选择合适的架构模式</a:t>
            </a:r>
          </a:p>
          <a:p>
            <a:pPr/>
            <a:r>
              <a:t>3. **组件设计**：识别核心组件和接口</a:t>
            </a:r>
          </a:p>
          <a:p>
            <a:pPr/>
            <a:r>
              <a:t>4. **架构评估**：评估架构方案的优劣</a:t>
            </a:r>
          </a:p>
          <a:p>
            <a:pPr/>
            <a:r>
              <a:t>5. **迭代优化**：根据反馈持续优化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How：如何进行架构设计（续）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架构风格选择</a:t>
            </a:r>
          </a:p>
          <a:p>
            <a:pPr/>
            <a:r>
              <a:t>| 架构风格 | 适用场景 | 优点 | 缺点 |</a:t>
            </a:r>
          </a:p>
          <a:p>
            <a:pPr/>
            <a:r>
              <a:t>|---------|---------|------|------|</a:t>
            </a:r>
          </a:p>
          <a:p>
            <a:pPr/>
            <a:r>
              <a:t>| 分层架构 | 企业应用 | 结构清晰 | 性能开销 |</a:t>
            </a:r>
          </a:p>
          <a:p>
            <a:pPr/>
            <a:r>
              <a:t>| 微服务架构 | 大型分布式系统 | 可扩展 | 复杂度高 |</a:t>
            </a:r>
          </a:p>
          <a:p>
            <a:pPr/>
            <a:r>
              <a:t>| 事件驱动架构 | 实时系统 | 解耦 | 调试困难 |</a:t>
            </a:r>
          </a:p>
          <a:p>
            <a:pPr/>
            <a:r>
              <a:t>| 管道过滤器架构 | 数据处理系统 | 可组合 | 错误处理复杂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How：如何进行架构设计（续）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架构评估方法</a:t>
            </a:r>
          </a:p>
          <a:p>
            <a:pPr/>
            <a:r>
              <a:t>- **ATAM**（Architecture Tradeoff Analysis Method）</a:t>
            </a:r>
          </a:p>
          <a:p>
            <a:pPr/>
            <a:r>
              <a:t>- **SAAM**（Software Architecture Analysis Method）</a:t>
            </a:r>
          </a:p>
          <a:p>
            <a:pPr/>
            <a:r>
              <a:t>- **架构权衡**：性能 vs 可扩展性 vs 复杂度</a:t>
            </a:r>
          </a:p>
          <a:p>
            <a:pPr/>
            <a:r>
              <a:t>### AI辅助架构设计</a:t>
            </a:r>
          </a:p>
          <a:p>
            <a:pPr/>
            <a:r>
              <a:t>```</a:t>
            </a:r>
          </a:p>
          <a:p>
            <a:pPr/>
            <a:r>
              <a:t>设计一个数据库系统的架构，要求：</a:t>
            </a:r>
          </a:p>
          <a:p>
            <a:pPr/>
            <a:r>
              <a:t>1. 支持SQL查询</a:t>
            </a:r>
          </a:p>
          <a:p>
            <a:pPr/>
            <a:r>
              <a:t>2. 支持数据持久化</a:t>
            </a:r>
          </a:p>
          <a:p>
            <a:pPr/>
            <a:r>
              <a:t>3. 支持事务处理</a:t>
            </a:r>
          </a:p>
          <a:p>
            <a:pPr/>
            <a:r>
              <a:t>4. 支持并发访问</a:t>
            </a:r>
          </a:p>
          <a:p>
            <a:pPr/>
            <a:r>
              <a:t>5. 使用Rust实现</a:t>
            </a:r>
          </a:p>
          <a:p>
            <a:pPr/>
            <a:r>
              <a:t>请提供架构方案、组件划分、接口设计。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2: SQLRustGo四层架构设计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What：SQLRustGo的架构设计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整体架构图</a:t>
            </a:r>
          </a:p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Parser Layer                          │</a:t>
            </a:r>
          </a:p>
          <a:p>
            <a:pPr/>
            <a:r>
              <a:t>│         Lexer → Parser → AST                             │</a:t>
            </a:r>
          </a:p>
          <a:p>
            <a:pPr/>
            <a:r>
              <a:t>│         功能：SQL解析、语法检查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Planner Layer                         │</a:t>
            </a:r>
          </a:p>
          <a:p>
            <a:pPr/>
            <a:r>
              <a:t>│         Logical Plan → Physical Plan                     │</a:t>
            </a:r>
          </a:p>
          <a:p>
            <a:pPr/>
            <a:r>
              <a:t>│         功能：查询优化、执行计划生成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Executor Layer                        │</a:t>
            </a:r>
          </a:p>
          <a:p>
            <a:pPr/>
            <a:r>
              <a:t>│         Volcano Model → Operators                        │</a:t>
            </a:r>
          </a:p>
          <a:p>
            <a:pPr/>
            <a:r>
              <a:t>│         功能：查询执行、结果返回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↓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Storage Layer                         │</a:t>
            </a:r>
          </a:p>
          <a:p>
            <a:pPr/>
            <a:r>
              <a:t>│         Page → BufferPool → B+Tree → WAL                 │</a:t>
            </a:r>
          </a:p>
          <a:p>
            <a:pPr/>
            <a:r>
              <a:t>│         功能：数据存储、索引管理、事务支持                │</a:t>
            </a:r>
          </a:p>
          <a:p>
            <a:pPr/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Why：为什么选择四层架构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分层架构的优势</a:t>
            </a:r>
          </a:p>
          <a:p>
            <a:pPr/>
            <a:r>
              <a:t>- **关注点分离**：每层专注自己的职责</a:t>
            </a:r>
          </a:p>
          <a:p>
            <a:pPr/>
            <a:r>
              <a:t>- **易于理解**：清晰的层次结构</a:t>
            </a:r>
          </a:p>
          <a:p>
            <a:pPr/>
            <a:r>
              <a:t>- **易于测试**：每层可独立测试</a:t>
            </a:r>
          </a:p>
          <a:p>
            <a:pPr/>
            <a:r>
              <a:t>- **易于扩展**：可以替换某一层的实现</a:t>
            </a:r>
          </a:p>
          <a:p>
            <a:pPr/>
            <a:r>
              <a:t>### 数据库系统的特性</a:t>
            </a:r>
          </a:p>
          <a:p>
            <a:pPr/>
            <a:r>
              <a:t>- **解析层**：处理SQL语法，与存储无关</a:t>
            </a:r>
          </a:p>
          <a:p>
            <a:pPr/>
            <a:r>
              <a:t>- **规划层**：优化查询，与具体存储无关</a:t>
            </a:r>
          </a:p>
          <a:p>
            <a:pPr/>
            <a:r>
              <a:t>- **执行层**：执行查询，依赖存储层</a:t>
            </a:r>
          </a:p>
          <a:p>
            <a:pPr/>
            <a:r>
              <a:t>- **存储层**：管理数据，独立于上层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Why：为什么选择四层架构（续）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教学价值</a:t>
            </a:r>
          </a:p>
          <a:p>
            <a:pPr/>
            <a:r>
              <a:t>- 每层对应数据库系统的核心概念</a:t>
            </a:r>
          </a:p>
          <a:p>
            <a:pPr/>
            <a:r>
              <a:t>- 学生可以逐层学习和实现</a:t>
            </a:r>
          </a:p>
          <a:p>
            <a:pPr/>
            <a:r>
              <a:t>- 适合AI辅助开发（每层相对独立）</a:t>
            </a:r>
          </a:p>
          <a:p>
            <a:pPr/>
            <a:r>
              <a:t>### 可扩展性</a:t>
            </a:r>
          </a:p>
          <a:p>
            <a:pPr/>
            <a:r>
              <a:t>- 可以添加新的SQL语法（修改Parser层）</a:t>
            </a:r>
          </a:p>
          <a:p>
            <a:pPr/>
            <a:r>
              <a:t>- 可以添加新的优化规则（修改Planner层）</a:t>
            </a:r>
          </a:p>
          <a:p>
            <a:pPr/>
            <a:r>
              <a:t>- 可以添加新的执行算子（修改Executor层）</a:t>
            </a:r>
          </a:p>
          <a:p>
            <a:pPr/>
            <a:r>
              <a:t>- 可以添加新的存储引擎（修改Storage层）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How：四层架构的详细设计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Parser Layer（解析层）</a:t>
            </a:r>
          </a:p>
          <a:p>
            <a:pPr/>
            <a:r>
              <a:t>**组件**：</a:t>
            </a:r>
          </a:p>
          <a:p>
            <a:pPr/>
            <a:r>
              <a:t>- **Lexer**：词法分析器，将SQL字符串转换为Token流</a:t>
            </a:r>
          </a:p>
          <a:p>
            <a:pPr/>
            <a:r>
              <a:t>- **Parser**：语法分析器，将Token流转换为AST</a:t>
            </a:r>
          </a:p>
          <a:p>
            <a:pPr/>
            <a:r>
              <a:t>- **AST**：抽象语法树，表示SQL语句的结构</a:t>
            </a:r>
          </a:p>
          <a:p>
            <a:pPr/>
            <a:r>
              <a:t>**输入**：SQL字符串</a:t>
            </a:r>
          </a:p>
          <a:p>
            <a:pPr/>
            <a:r>
              <a:t>**输出**：AST（Statement枚举）</a:t>
            </a:r>
          </a:p>
          <a:p>
            <a:pPr/>
            <a:r>
              <a:t>**关键技术**：</a:t>
            </a:r>
          </a:p>
          <a:p>
            <a:pPr/>
            <a:r>
              <a:t>- 正则表达式（词法分析）</a:t>
            </a:r>
          </a:p>
          <a:p>
            <a:pPr/>
            <a:r>
              <a:t>- 递归下降解析（语法分析）</a:t>
            </a:r>
          </a:p>
          <a:p>
            <a:pPr/>
            <a:r>
              <a:t>- 错误处理和恢复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How：四层架构的详细设计（续）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Planner Layer（规划层）</a:t>
            </a:r>
          </a:p>
          <a:p>
            <a:pPr/>
            <a:r>
              <a:t>**组件**：</a:t>
            </a:r>
          </a:p>
          <a:p>
            <a:pPr/>
            <a:r>
              <a:t>- **Logical Planner**：逻辑规划器，生成逻辑执行计划</a:t>
            </a:r>
          </a:p>
          <a:p>
            <a:pPr/>
            <a:r>
              <a:t>- **Physical Planner**：物理规划器，生成物理执行计划</a:t>
            </a:r>
          </a:p>
          <a:p>
            <a:pPr/>
            <a:r>
              <a:t>- **Optimizer**：查询优化器，优化执行计划</a:t>
            </a:r>
          </a:p>
          <a:p>
            <a:pPr/>
            <a:r>
              <a:t>**输入**：AST（来自Parser层）</a:t>
            </a:r>
          </a:p>
          <a:p>
            <a:pPr/>
            <a:r>
              <a:t>**输出**：Physical Plan（执行计划）</a:t>
            </a:r>
          </a:p>
          <a:p>
            <a:pPr/>
            <a:r>
              <a:t>**关键技术**：</a:t>
            </a:r>
          </a:p>
          <a:p>
            <a:pPr/>
            <a:r>
              <a:t>- 基于规则的优化（Rule-based Optimization）</a:t>
            </a:r>
          </a:p>
          <a:p>
            <a:pPr/>
            <a:r>
              <a:t>- 基于成本的优化（Cost-based Optimization）</a:t>
            </a:r>
          </a:p>
          <a:p>
            <a:pPr/>
            <a:r>
              <a:t>- 索引选择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How：四层架构的详细设计（续）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Executor Layer（执行层）</a:t>
            </a:r>
          </a:p>
          <a:p>
            <a:pPr/>
            <a:r>
              <a:t>**组件**：</a:t>
            </a:r>
          </a:p>
          <a:p>
            <a:pPr/>
            <a:r>
              <a:t>- **ExecutionEngine**：执行引擎，协调算子执行</a:t>
            </a:r>
          </a:p>
          <a:p>
            <a:pPr/>
            <a:r>
              <a:t>- **Operators**：执行算子（Scan, Filter, Project, Join等）</a:t>
            </a:r>
          </a:p>
          <a:p>
            <a:pPr/>
            <a:r>
              <a:t>- **Volcano Model**：火山模型，算子迭代执行</a:t>
            </a:r>
          </a:p>
          <a:p>
            <a:pPr/>
            <a:r>
              <a:t>**输入**：Physical Plan（来自Planner层）</a:t>
            </a:r>
          </a:p>
          <a:p>
            <a:pPr/>
            <a:r>
              <a:t>**输出**：Query Result（查询结果）</a:t>
            </a:r>
          </a:p>
          <a:p>
            <a:pPr/>
            <a:r>
              <a:t>**关键技术**：</a:t>
            </a:r>
          </a:p>
          <a:p>
            <a:pPr/>
            <a:r>
              <a:t>- 迭代器模式（Iterator Pattern）</a:t>
            </a:r>
          </a:p>
          <a:p>
            <a:pPr/>
            <a:r>
              <a:t>- 流水线执行（Pipeline Execution）</a:t>
            </a:r>
          </a:p>
          <a:p>
            <a:pPr/>
            <a:r>
              <a:t>- 向量化执行（Vectorized Execution）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How：四层架构的详细设计（续）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Storage Layer（存储层）</a:t>
            </a:r>
          </a:p>
          <a:p>
            <a:pPr/>
            <a:r>
              <a:t>**组件**：</a:t>
            </a:r>
          </a:p>
          <a:p>
            <a:pPr/>
            <a:r>
              <a:t>- **Page**：存储页，数据存储的基本单位</a:t>
            </a:r>
          </a:p>
          <a:p>
            <a:pPr/>
            <a:r>
              <a:t>- **BufferPool**：缓冲池，管理内存中的页</a:t>
            </a:r>
          </a:p>
          <a:p>
            <a:pPr/>
            <a:r>
              <a:t>- **BPlusTree**：B+树索引，加速数据查询</a:t>
            </a:r>
          </a:p>
          <a:p>
            <a:pPr/>
            <a:r>
              <a:t>- **WAL**：Write-Ahead Log，预写日志，保证事务持久性</a:t>
            </a:r>
          </a:p>
          <a:p>
            <a:pPr/>
            <a:r>
              <a:t>- **Transaction Manager**：事务管理器，管理ACID事务</a:t>
            </a:r>
          </a:p>
          <a:p>
            <a:pPr/>
            <a:r>
              <a:t>**输入**：读写请求（来自Executor层）</a:t>
            </a:r>
          </a:p>
          <a:p>
            <a:pPr/>
            <a:r>
              <a:t>**输出**：数据或操作结果</a:t>
            </a:r>
          </a:p>
          <a:p>
            <a:pPr/>
            <a:r>
              <a:t>**关键技术**：</a:t>
            </a:r>
          </a:p>
          <a:p>
            <a:pPr/>
            <a:r>
              <a:t>- 页式存储（Page-based Storage）</a:t>
            </a:r>
          </a:p>
          <a:p>
            <a:pPr/>
            <a:r>
              <a:t>- 缓冲区管理（Buffer Management）</a:t>
            </a:r>
          </a:p>
          <a:p>
            <a:pPr/>
            <a:r>
              <a:t>- B+树索引（B+ Tree Indexing）</a:t>
            </a:r>
          </a:p>
          <a:p>
            <a:pPr/>
            <a:r>
              <a:t>- WAL日志（Write-Ahead Logging）</a:t>
            </a:r>
          </a:p>
          <a:p>
            <a:pPr/>
            <a:r>
              <a:t>- 并发控制（Concurrency Control）</a:t>
            </a:r>
          </a:p>
          <a:p>
            <a:pPr/>
            <a:r>
              <a:t>---</a:t>
            </a:r>
          </a:p>
          <a:p>
            <a:pPr/>
            <a:r>
              <a:t># Part 3: 架构图绘制实践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使用PlantUML绘制架构图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PlantUML组件图语法</a:t>
            </a:r>
          </a:p>
          <a:p>
            <a:pPr/>
            <a:r>
              <a:t>```plantuml</a:t>
            </a:r>
          </a:p>
          <a:p>
            <a:pPr/>
            <a:r>
              <a:t>@startuml</a:t>
            </a:r>
          </a:p>
          <a:p>
            <a:pPr/>
            <a:r>
              <a:t>package "Parser Layer" {</a:t>
            </a:r>
          </a:p>
          <a:p>
            <a:pPr/>
            <a:r>
              <a:t>[Lexer]</a:t>
            </a:r>
          </a:p>
          <a:p>
            <a:pPr/>
            <a:r>
              <a:t>[Parser]</a:t>
            </a:r>
          </a:p>
          <a:p>
            <a:pPr/>
            <a:r>
              <a:t>[AST]</a:t>
            </a:r>
          </a:p>
          <a:p>
            <a:pPr/>
            <a:r>
              <a:t>}</a:t>
            </a:r>
          </a:p>
          <a:p>
            <a:pPr/>
            <a:r>
              <a:t>package "Storage Layer" {</a:t>
            </a:r>
          </a:p>
          <a:p>
            <a:pPr/>
            <a:r>
              <a:t>[Page]</a:t>
            </a:r>
          </a:p>
          <a:p>
            <a:pPr/>
            <a:r>
              <a:t>[BufferPool]</a:t>
            </a:r>
          </a:p>
          <a:p>
            <a:pPr/>
            <a:r>
              <a:t>[BPlusTree]</a:t>
            </a:r>
          </a:p>
          <a:p>
            <a:pPr/>
            <a:r>
              <a:t>}</a:t>
            </a:r>
          </a:p>
          <a:p>
            <a:pPr/>
            <a:r>
              <a:t>[Parser] --&gt; [Lexer]</a:t>
            </a:r>
          </a:p>
          <a:p>
            <a:pPr/>
            <a:r>
              <a:t>[AST] --&gt; [Parser]</a:t>
            </a:r>
          </a:p>
          <a:p>
            <a:pPr/>
            <a:r>
              <a:t>@enduml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架构设计评审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评审要点</a:t>
            </a:r>
          </a:p>
          <a:p>
            <a:pPr/>
            <a:r>
              <a:t>- 架构是否清晰？</a:t>
            </a:r>
          </a:p>
          <a:p>
            <a:pPr/>
            <a:r>
              <a:t>- 职责是否分离？</a:t>
            </a:r>
          </a:p>
          <a:p>
            <a:pPr/>
            <a:r>
              <a:t>- 是否易于扩展？</a:t>
            </a:r>
          </a:p>
          <a:p>
            <a:pPr/>
            <a:r>
              <a:t>- 是否易于测试？</a:t>
            </a:r>
          </a:p>
          <a:p>
            <a:pPr/>
            <a:r>
              <a:t>### 评审方法</a:t>
            </a:r>
          </a:p>
          <a:p>
            <a:pPr/>
            <a:r>
              <a:t>- **同行评审**（Peer Review）</a:t>
            </a:r>
          </a:p>
          <a:p>
            <a:pPr/>
            <a:r>
              <a:t>- **架构评估会议**（Architecture Review Meeting）</a:t>
            </a:r>
          </a:p>
          <a:p>
            <a:pPr/>
            <a:r>
              <a:t>- **架构权衡分析**（Tradeoff Analysis）</a:t>
            </a:r>
          </a:p>
          <a:p>
            <a:pPr/>
            <a:r>
              <a:t>---</a:t>
            </a:r>
          </a:p>
          <a:p>
            <a:pPr/>
            <a:r>
              <a:t># Part 4: AI辅助架构设计实践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使用AI生成架构方案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提示词设计</a:t>
            </a:r>
          </a:p>
          <a:p>
            <a:pPr/>
            <a:r>
              <a:t>```</a:t>
            </a:r>
          </a:p>
          <a:p>
            <a:pPr/>
            <a:r>
              <a:t>为SQLRustGo数据库系统设计架构，要求：</a:t>
            </a:r>
          </a:p>
          <a:p>
            <a:pPr/>
            <a:r>
              <a:t>1. 支持SQL解析、查询优化、执行、存储</a:t>
            </a:r>
          </a:p>
          <a:p>
            <a:pPr/>
            <a:r>
              <a:t>2. 采用分层架构</a:t>
            </a:r>
          </a:p>
          <a:p>
            <a:pPr/>
            <a:r>
              <a:t>3. 每层职责明确</a:t>
            </a:r>
          </a:p>
          <a:p>
            <a:pPr/>
            <a:r>
              <a:t>4. 使用Rust实现</a:t>
            </a:r>
          </a:p>
          <a:p>
            <a:pPr/>
            <a:r>
              <a:t>请提供架构方案、组件划分、接口设计。</a:t>
            </a:r>
          </a:p>
          <a:p>
            <a:pPr/>
            <a:r>
              <a:t>```</a:t>
            </a:r>
          </a:p>
          <a:p>
            <a:pPr/>
            <a:r>
              <a:t>### 方案评估</a:t>
            </a:r>
          </a:p>
          <a:p>
            <a:pPr/>
            <a:r>
              <a:t>- 评估架构的合理性</a:t>
            </a:r>
          </a:p>
          <a:p>
            <a:pPr/>
            <a:r>
              <a:t>- 评估架构的可扩展性</a:t>
            </a:r>
          </a:p>
          <a:p>
            <a:pPr/>
            <a:r>
              <a:t>- 评估架构的复杂度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使用AI生成架构图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PlantUML代码生成</a:t>
            </a:r>
          </a:p>
          <a:p>
            <a:pPr/>
            <a:r>
              <a:t>```</a:t>
            </a:r>
          </a:p>
          <a:p>
            <a:pPr/>
            <a:r>
              <a:t>生成SQLRustGo四层架构的PlantUML代码，要求：</a:t>
            </a:r>
          </a:p>
          <a:p>
            <a:pPr/>
            <a:r>
              <a:t>1. 包含Parser、Planner、Executor、Storage四层</a:t>
            </a:r>
          </a:p>
          <a:p>
            <a:pPr/>
            <a:r>
              <a:t>2. 标注每层的核心组件</a:t>
            </a:r>
          </a:p>
          <a:p>
            <a:pPr/>
            <a:r>
              <a:t>3. 标注层之间的依赖关系</a:t>
            </a:r>
          </a:p>
          <a:p>
            <a:pPr/>
            <a:r>
              <a:t>```</a:t>
            </a:r>
          </a:p>
          <a:p>
            <a:pPr/>
            <a:r>
              <a:t>### 图形渲染</a:t>
            </a:r>
          </a:p>
          <a:p>
            <a:pPr/>
            <a:r>
              <a:t>- 使用PlantUML渲染图形</a:t>
            </a:r>
          </a:p>
          <a:p>
            <a:pPr/>
            <a:r>
              <a:t>- 导出为PNG或SVG格式</a:t>
            </a:r>
          </a:p>
          <a:p>
            <a:pPr/>
            <a:r>
              <a:t>### 文档输出</a:t>
            </a:r>
          </a:p>
          <a:p>
            <a:pPr/>
            <a:r>
              <a:t>- 将架构图嵌入设计文档</a:t>
            </a:r>
          </a:p>
          <a:p>
            <a:pPr/>
            <a:r>
              <a:t>- 编写架构说明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**What**：软件架构的定义、层次、核心要素</a:t>
            </a:r>
          </a:p>
          <a:p>
            <a:pPr/>
            <a:r>
              <a:t>- **Why**：复杂性管理、质量保证、团队协作、风险控制、成本控制</a:t>
            </a:r>
          </a:p>
          <a:p>
            <a:pPr/>
            <a:r>
              <a:t>- **How**：架构设计流程、架构风格选择、架构评估方法、AI辅助设计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SQLRustGo四层架构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**Parser Layer**：SQL解析</a:t>
            </a:r>
          </a:p>
          <a:p>
            <a:pPr/>
            <a:r>
              <a:t>- **Planner Layer**：查询优化</a:t>
            </a:r>
          </a:p>
          <a:p>
            <a:pPr/>
            <a:r>
              <a:t>- **Executor Layer**：查询执行</a:t>
            </a:r>
          </a:p>
          <a:p>
            <a:pPr/>
            <a:r>
              <a:t>- **Storage Layer**：数据存储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架构设计实践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PlantUML绘制架构图</a:t>
            </a:r>
          </a:p>
          <a:p>
            <a:pPr/>
            <a:r>
              <a:t>- 架构设计评审</a:t>
            </a:r>
          </a:p>
          <a:p>
            <a:pPr/>
            <a:r>
              <a:t>- AI辅助架构设计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完成SQLRustGo架构图（使用PlantUML）</a:t>
            </a:r>
          </a:p>
          <a:p>
            <a:pPr/>
            <a:r>
              <a:t>2. 编写架构设计文档</a:t>
            </a:r>
          </a:p>
          <a:p>
            <a:pPr/>
            <a:r>
              <a:t>3. 使用AI生成一个架构方案并评估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功能模块划分</a:t>
            </a:r>
          </a:p>
          <a:p>
            <a:pPr/>
            <a:r>
              <a:t>- 接口设计原则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下节课：功能模块划分与接口设计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
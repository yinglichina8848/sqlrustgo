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第15</a:t>
            </a:r>
          </a:p>
          <a:p>
            <a:r>
              <a:t>版本发布与长期规划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**版本发布流程**（25分钟）</a:t>
            </a:r>
          </a:p>
          <a:p>
            <a:pPr/>
            <a:r>
              <a:t>2. **版本号管理**（20分钟）</a:t>
            </a:r>
          </a:p>
          <a:p>
            <a:pPr/>
            <a:r>
              <a:t>3. **长期功能规划**（30分钟）</a:t>
            </a:r>
          </a:p>
          <a:p>
            <a:pPr/>
            <a:r>
              <a:t>4. **架构演化计划**（15分钟）</a:t>
            </a:r>
          </a:p>
          <a:p>
            <a:pPr/>
            <a:r>
              <a:t>---</a:t>
            </a:r>
          </a:p>
          <a:p>
            <a:pPr/>
            <a:r>
              <a:t># Part 1: 版本发布流程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What：什么是版本发布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将软件交付给用户使用的过程</a:t>
            </a:r>
          </a:p>
          <a:p>
            <a:pPr/>
            <a:r>
              <a:t>### 发布类型</a:t>
            </a:r>
          </a:p>
          <a:p>
            <a:pPr/>
            <a:r>
              <a:t>- **Major版本**：重大功能变更、不兼容更新</a:t>
            </a:r>
          </a:p>
          <a:p>
            <a:pPr/>
            <a:r>
              <a:t>- **Minor版本**：新功能、向后兼容</a:t>
            </a:r>
          </a:p>
          <a:p>
            <a:pPr/>
            <a:r>
              <a:t>- **Patch版本**：Bug修复、向后兼容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Why：为什么需要规范的发布流程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质量保证</a:t>
            </a:r>
          </a:p>
          <a:p>
            <a:pPr/>
            <a:r>
              <a:t>- 确保发布版本质量</a:t>
            </a:r>
          </a:p>
          <a:p>
            <a:pPr/>
            <a:r>
              <a:t>- 减少发布后问题</a:t>
            </a:r>
          </a:p>
          <a:p>
            <a:pPr/>
            <a:r>
              <a:t>- 提高用户信任</a:t>
            </a:r>
          </a:p>
          <a:p>
            <a:pPr/>
            <a:r>
              <a:t>### 用户沟通</a:t>
            </a:r>
          </a:p>
          <a:p>
            <a:pPr/>
            <a:r>
              <a:t>- 明确版本变更</a:t>
            </a:r>
          </a:p>
          <a:p>
            <a:pPr/>
            <a:r>
              <a:t>- 提供升级指南</a:t>
            </a:r>
          </a:p>
          <a:p>
            <a:pPr/>
            <a:r>
              <a:t>- 降低升级风险</a:t>
            </a:r>
          </a:p>
          <a:p>
            <a:pPr/>
            <a:r>
              <a:t>### 团队协作</a:t>
            </a:r>
          </a:p>
          <a:p>
            <a:pPr/>
            <a:r>
              <a:t>- 标准化发布流程</a:t>
            </a:r>
          </a:p>
          <a:p>
            <a:pPr/>
            <a:r>
              <a:t>- 明确发布责任</a:t>
            </a:r>
          </a:p>
          <a:p>
            <a:pPr/>
            <a:r>
              <a:t>- 提高协作效率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How：版本发布流程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发布前准备</a:t>
            </a:r>
          </a:p>
          <a:p>
            <a:pPr/>
            <a:r>
              <a:t>1. **功能冻结**：停止新功能开发</a:t>
            </a:r>
          </a:p>
          <a:p>
            <a:pPr/>
            <a:r>
              <a:t>2. **代码冻结**：只允许Bug修复</a:t>
            </a:r>
          </a:p>
          <a:p>
            <a:pPr/>
            <a:r>
              <a:t>3. **门禁验收**：通过所有门禁检查</a:t>
            </a:r>
          </a:p>
          <a:p>
            <a:pPr/>
            <a:r>
              <a:t>4. **文档更新**：更新Release Notes</a:t>
            </a:r>
          </a:p>
          <a:p>
            <a:pPr/>
            <a:r>
              <a:t>### 发布执行</a:t>
            </a:r>
          </a:p>
          <a:p>
            <a:pPr/>
            <a:r>
              <a:t>1. **创建标签**：`git tag -a v1.0.0 -m "Release v1.0.0"`</a:t>
            </a:r>
          </a:p>
          <a:p>
            <a:pPr/>
            <a:r>
              <a:t>2. **构建发布包**：`cargo build --release`</a:t>
            </a:r>
          </a:p>
          <a:p>
            <a:pPr/>
            <a:r>
              <a:t>3. **发布到平台**：GitHub Releases、Docker Hub等</a:t>
            </a:r>
          </a:p>
          <a:p>
            <a:pPr/>
            <a:r>
              <a:t>4. **发布公告**：发布说明、升级指南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How：版本发布流程（续）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发布后工作</a:t>
            </a:r>
          </a:p>
          <a:p>
            <a:pPr/>
            <a:r>
              <a:t>1. **监控告警**：监控发布后系统状态</a:t>
            </a:r>
          </a:p>
          <a:p>
            <a:pPr/>
            <a:r>
              <a:t>2. **问题处理**：及时处理用户反馈</a:t>
            </a:r>
          </a:p>
          <a:p>
            <a:pPr/>
            <a:r>
              <a:t>3. **版本维护**：发布Patch版本修复Bug</a:t>
            </a:r>
          </a:p>
          <a:p>
            <a:pPr/>
            <a:r>
              <a:t>4. **经验总结**：总结发布经验教训</a:t>
            </a:r>
          </a:p>
          <a:p>
            <a:pPr/>
            <a:r>
              <a:t>---</a:t>
            </a:r>
          </a:p>
          <a:p>
            <a:pPr/>
            <a:r>
              <a:t># Part 2: 版本号管理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What：语义化版本号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格式</a:t>
            </a:r>
          </a:p>
          <a:p>
            <a:pPr/>
            <a:r>
              <a:t>```</a:t>
            </a:r>
          </a:p>
          <a:p>
            <a:pPr/>
            <a:r>
              <a:t>MAJOR.MINOR.PATCH</a:t>
            </a:r>
          </a:p>
          <a:p>
            <a:pPr/>
            <a:r>
              <a:t>```</a:t>
            </a:r>
          </a:p>
          <a:p>
            <a:pPr/>
            <a:r>
              <a:t>### 规则</a:t>
            </a:r>
          </a:p>
          <a:p>
            <a:pPr/>
            <a:r>
              <a:t>- **MAJOR**：不兼容的API变更</a:t>
            </a:r>
          </a:p>
          <a:p>
            <a:pPr/>
            <a:r>
              <a:t>- **MINOR**：向后兼容的功能新增</a:t>
            </a:r>
          </a:p>
          <a:p>
            <a:pPr/>
            <a:r>
              <a:t>- **PATCH**：向后兼容的Bug修复</a:t>
            </a:r>
          </a:p>
          <a:p>
            <a:pPr/>
            <a:r>
              <a:t>### 示例</a:t>
            </a:r>
          </a:p>
          <a:p>
            <a:pPr/>
            <a:r>
              <a:t>```</a:t>
            </a:r>
          </a:p>
          <a:p>
            <a:pPr/>
            <a:r>
              <a:t>1.0.0 → 1.0.1  # Bug修复</a:t>
            </a:r>
          </a:p>
          <a:p>
            <a:pPr/>
            <a:r>
              <a:t>1.0.1 → 1.1.0  # 新功能</a:t>
            </a:r>
          </a:p>
          <a:p>
            <a:pPr/>
            <a:r>
              <a:t>1.1.0 → 2.0.0  # 重大变更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Why：为什么需要语义化版本号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版本管理</a:t>
            </a:r>
          </a:p>
          <a:p>
            <a:pPr/>
            <a:r>
              <a:t>- 清晰的版本演进</a:t>
            </a:r>
          </a:p>
          <a:p>
            <a:pPr/>
            <a:r>
              <a:t>- 明确的变更类型</a:t>
            </a:r>
          </a:p>
          <a:p>
            <a:pPr/>
            <a:r>
              <a:t>- 便于版本追踪</a:t>
            </a:r>
          </a:p>
          <a:p>
            <a:pPr/>
            <a:r>
              <a:t>### 依赖管理</a:t>
            </a:r>
          </a:p>
          <a:p>
            <a:pPr/>
            <a:r>
              <a:t>- 明确兼容性</a:t>
            </a:r>
          </a:p>
          <a:p>
            <a:pPr/>
            <a:r>
              <a:t>- 自动化依赖更新</a:t>
            </a:r>
          </a:p>
          <a:p>
            <a:pPr/>
            <a:r>
              <a:t>- 减少依赖冲突</a:t>
            </a:r>
          </a:p>
          <a:p>
            <a:pPr/>
            <a:r>
              <a:t>### 用户沟通</a:t>
            </a:r>
          </a:p>
          <a:p>
            <a:pPr/>
            <a:r>
              <a:t>- 明确升级风险</a:t>
            </a:r>
          </a:p>
          <a:p>
            <a:pPr/>
            <a:r>
              <a:t>- 提供升级建议</a:t>
            </a:r>
          </a:p>
          <a:p>
            <a:pPr/>
            <a:r>
              <a:t>- 降低升级成本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How：版本号管理实践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Cargo.toml版本号</a:t>
            </a:r>
          </a:p>
          <a:p>
            <a:pPr/>
            <a:r>
              <a:t>```toml</a:t>
            </a:r>
          </a:p>
          <a:p>
            <a:pPr/>
            <a:r>
              <a:t>[package]</a:t>
            </a:r>
          </a:p>
          <a:p>
            <a:pPr/>
            <a:r>
              <a:t>name = "sqlrustgo"</a:t>
            </a:r>
          </a:p>
          <a:p>
            <a:pPr/>
            <a:r>
              <a:t>version = "1.0.0"</a:t>
            </a:r>
          </a:p>
          <a:p>
            <a:pPr/>
            <a:r>
              <a:t>edition = "2021"</a:t>
            </a:r>
          </a:p>
          <a:p>
            <a:pPr/>
            <a:r>
              <a:t>```</a:t>
            </a:r>
          </a:p>
          <a:p>
            <a:pPr/>
            <a:r>
              <a:t>### Git标签</a:t>
            </a:r>
          </a:p>
          <a:p>
            <a:pPr/>
            <a:r>
              <a:t>```bash</a:t>
            </a:r>
          </a:p>
          <a:p>
            <a:pPr/>
            <a:r>
              <a:t># 创建标签</a:t>
            </a:r>
          </a:p>
          <a:p>
            <a:pPr/>
            <a:r>
              <a:t>git tag -a v1.0.0 -m "Release v1.0.0"</a:t>
            </a:r>
          </a:p>
          <a:p>
            <a:pPr/>
            <a:r>
              <a:t># 推送标签</a:t>
            </a:r>
          </a:p>
          <a:p>
            <a:pPr/>
            <a:r>
              <a:t>git push origin v1.0.0</a:t>
            </a:r>
          </a:p>
          <a:p>
            <a:pPr/>
            <a:r>
              <a:t># 列出所有标签</a:t>
            </a:r>
          </a:p>
          <a:p>
            <a:pPr/>
            <a:r>
              <a:t>git tag -l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How：版本号管理实践（续）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Release Notes</a:t>
            </a:r>
          </a:p>
          <a:p>
            <a:pPr/>
            <a:r>
              <a:t>```markdown</a:t>
            </a:r>
          </a:p>
          <a:p>
            <a:pPr/>
            <a:r>
              <a:t># SQLRustGo v1.0.0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支持基本的SQL查询</a:t>
            </a:r>
          </a:p>
          <a:p>
            <a:pPr/>
            <a:r>
              <a:t>- 支持数据持久化</a:t>
            </a:r>
          </a:p>
          <a:p>
            <a:pPr/>
            <a:r>
              <a:t>- 支持事务处理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Bug修复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修复缓冲池内存泄漏</a:t>
            </a:r>
          </a:p>
          <a:p>
            <a:pPr/>
            <a:r>
              <a:t>- 修复查询优化器错误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破坏性变更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重构了API接口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升级指南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更新依赖版本</a:t>
            </a:r>
          </a:p>
          <a:p>
            <a:pPr/>
            <a:r>
              <a:t>- 修改API调用方式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长期功能规划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v3.0功能规划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JOIN支持</a:t>
            </a:r>
          </a:p>
          <a:p>
            <a:pPr/>
            <a:r>
              <a:t>- **INNER JOIN**</a:t>
            </a:r>
          </a:p>
          <a:p>
            <a:pPr/>
            <a:r>
              <a:t>- **LEFT JOIN**</a:t>
            </a:r>
          </a:p>
          <a:p>
            <a:pPr/>
            <a:r>
              <a:t>- **RIGHT JOIN**</a:t>
            </a:r>
          </a:p>
          <a:p>
            <a:pPr/>
            <a:r>
              <a:t>- **FULL OUTER JOIN**</a:t>
            </a:r>
          </a:p>
          <a:p>
            <a:pPr/>
            <a:r>
              <a:t>### 子查询支持</a:t>
            </a:r>
          </a:p>
          <a:p>
            <a:pPr/>
            <a:r>
              <a:t>- WHERE子句子查询</a:t>
            </a:r>
          </a:p>
          <a:p>
            <a:pPr/>
            <a:r>
              <a:t>- FROM子句子查询</a:t>
            </a:r>
          </a:p>
          <a:p>
            <a:pPr/>
            <a:r>
              <a:t>- SELECT子句子查询</a:t>
            </a:r>
          </a:p>
          <a:p>
            <a:pPr/>
            <a:r>
              <a:t>### 视图支持</a:t>
            </a:r>
          </a:p>
          <a:p>
            <a:pPr/>
            <a:r>
              <a:t>- CREATE VIEW</a:t>
            </a:r>
          </a:p>
          <a:p>
            <a:pPr/>
            <a:r>
              <a:t>- DROP VIEW</a:t>
            </a:r>
          </a:p>
          <a:p>
            <a:pPr/>
            <a:r>
              <a:t>- 视图查询</a:t>
            </a:r>
          </a:p>
          <a:p>
            <a:pPr/>
            <a:r>
              <a:t>### 开发周期</a:t>
            </a:r>
          </a:p>
          <a:p>
            <a:pPr/>
            <a:r>
              <a:t>| 功能 | 周期 | 优先级 |</a:t>
            </a:r>
          </a:p>
          <a:p>
            <a:pPr/>
            <a:r>
              <a:t>|------|------|--------|</a:t>
            </a:r>
          </a:p>
          <a:p>
            <a:pPr/>
            <a:r>
              <a:t>| JOIN支持 | 4周 | 高 |</a:t>
            </a:r>
          </a:p>
          <a:p>
            <a:pPr/>
            <a:r>
              <a:t>| 子查询支持 | 3周 | 高 |</a:t>
            </a:r>
          </a:p>
          <a:p>
            <a:pPr/>
            <a:r>
              <a:t>| 视图支持 | 2周 | 中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v4.0功能规划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JSON支持</a:t>
            </a:r>
          </a:p>
          <a:p>
            <a:pPr/>
            <a:r>
              <a:t>- JSON数据类型</a:t>
            </a:r>
          </a:p>
          <a:p>
            <a:pPr/>
            <a:r>
              <a:t>- JSON查询函数</a:t>
            </a:r>
          </a:p>
          <a:p>
            <a:pPr/>
            <a:r>
              <a:t>- JSON索引</a:t>
            </a:r>
          </a:p>
          <a:p>
            <a:pPr/>
            <a:r>
              <a:t>### 全文搜索</a:t>
            </a:r>
          </a:p>
          <a:p>
            <a:pPr/>
            <a:r>
              <a:t>- 全文索引</a:t>
            </a:r>
          </a:p>
          <a:p>
            <a:pPr/>
            <a:r>
              <a:t>- 搜索查询语法</a:t>
            </a:r>
          </a:p>
          <a:p>
            <a:pPr/>
            <a:r>
              <a:t>- 搜索结果排序</a:t>
            </a:r>
          </a:p>
          <a:p>
            <a:pPr/>
            <a:r>
              <a:t>### 存储过程</a:t>
            </a:r>
          </a:p>
          <a:p>
            <a:pPr/>
            <a:r>
              <a:t>- 存储过程定义</a:t>
            </a:r>
          </a:p>
          <a:p>
            <a:pPr/>
            <a:r>
              <a:t>- 存储过程调用</a:t>
            </a:r>
          </a:p>
          <a:p>
            <a:pPr/>
            <a:r>
              <a:t>- 参数传递</a:t>
            </a:r>
          </a:p>
          <a:p>
            <a:pPr/>
            <a:r>
              <a:t>### 开发周期</a:t>
            </a:r>
          </a:p>
          <a:p>
            <a:pPr/>
            <a:r>
              <a:t>| 功能 | 周期 | 优先级 |</a:t>
            </a:r>
          </a:p>
          <a:p>
            <a:pPr/>
            <a:r>
              <a:t>|------|------|--------|</a:t>
            </a:r>
          </a:p>
          <a:p>
            <a:pPr/>
            <a:r>
              <a:t>| JSON支持 | 4周 | 高 |</a:t>
            </a:r>
          </a:p>
          <a:p>
            <a:pPr/>
            <a:r>
              <a:t>| 全文搜索 | 3周 | 中 |</a:t>
            </a:r>
          </a:p>
          <a:p>
            <a:pPr/>
            <a:r>
              <a:t>| 存储过程 | 4周 | 低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v5.0功能规划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AI查询优化</a:t>
            </a:r>
          </a:p>
          <a:p>
            <a:pPr/>
            <a:r>
              <a:t>- AI辅助查询优化</a:t>
            </a:r>
          </a:p>
          <a:p>
            <a:pPr/>
            <a:r>
              <a:t>- 智能索引推荐</a:t>
            </a:r>
          </a:p>
          <a:p>
            <a:pPr/>
            <a:r>
              <a:t>- 查询性能预测</a:t>
            </a:r>
          </a:p>
          <a:p>
            <a:pPr/>
            <a:r>
              <a:t>### 自动调优</a:t>
            </a:r>
          </a:p>
          <a:p>
            <a:pPr/>
            <a:r>
              <a:t>- 自动参数调优</a:t>
            </a:r>
          </a:p>
          <a:p>
            <a:pPr/>
            <a:r>
              <a:t>- 自动索引创建</a:t>
            </a:r>
          </a:p>
          <a:p>
            <a:pPr/>
            <a:r>
              <a:t>- 自动性能优化</a:t>
            </a:r>
          </a:p>
          <a:p>
            <a:pPr/>
            <a:r>
              <a:t>### 分布式支持</a:t>
            </a:r>
          </a:p>
          <a:p>
            <a:pPr/>
            <a:r>
              <a:t>- 分布式查询</a:t>
            </a:r>
          </a:p>
          <a:p>
            <a:pPr/>
            <a:r>
              <a:t>- 数据分片</a:t>
            </a:r>
          </a:p>
          <a:p>
            <a:pPr/>
            <a:r>
              <a:t>- 分布式事务</a:t>
            </a:r>
          </a:p>
          <a:p>
            <a:pPr/>
            <a:r>
              <a:t>### 开发周期</a:t>
            </a:r>
          </a:p>
          <a:p>
            <a:pPr/>
            <a:r>
              <a:t>| 功能 | 周期 | 优先级 |</a:t>
            </a:r>
          </a:p>
          <a:p>
            <a:pPr/>
            <a:r>
              <a:t>|------|------|--------|</a:t>
            </a:r>
          </a:p>
          <a:p>
            <a:pPr/>
            <a:r>
              <a:t>| AI查询优化 | 6周 | 高 |</a:t>
            </a:r>
          </a:p>
          <a:p>
            <a:pPr/>
            <a:r>
              <a:t>| 自动调优 | 4周 | 中 |</a:t>
            </a:r>
          </a:p>
          <a:p>
            <a:pPr/>
            <a:r>
              <a:t>| 分布式支持 | 8周 | 低 |</a:t>
            </a:r>
          </a:p>
          <a:p>
            <a:pPr/>
            <a:r>
              <a:t>---</a:t>
            </a:r>
          </a:p>
          <a:p>
            <a:pPr/>
            <a:r>
              <a:t># Part 4: 架构演化计划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架构演化方向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性能优化</a:t>
            </a:r>
          </a:p>
          <a:p>
            <a:pPr/>
            <a:r>
              <a:t>- 向量化执行</a:t>
            </a:r>
          </a:p>
          <a:p>
            <a:pPr/>
            <a:r>
              <a:t>- 并行查询</a:t>
            </a:r>
          </a:p>
          <a:p>
            <a:pPr/>
            <a:r>
              <a:t>- 查询缓存</a:t>
            </a:r>
          </a:p>
          <a:p>
            <a:pPr/>
            <a:r>
              <a:t>### 可扩展性</a:t>
            </a:r>
          </a:p>
          <a:p>
            <a:pPr/>
            <a:r>
              <a:t>- 插件架构</a:t>
            </a:r>
          </a:p>
          <a:p>
            <a:pPr/>
            <a:r>
              <a:t>- 存储引擎抽象</a:t>
            </a:r>
          </a:p>
          <a:p>
            <a:pPr/>
            <a:r>
              <a:t>- 执行引擎抽象</a:t>
            </a:r>
          </a:p>
          <a:p>
            <a:pPr/>
            <a:r>
              <a:t>### 可靠性</a:t>
            </a:r>
          </a:p>
          <a:p>
            <a:pPr/>
            <a:r>
              <a:t>- 高可用架构</a:t>
            </a:r>
          </a:p>
          <a:p>
            <a:pPr/>
            <a:r>
              <a:t>- 数据备份恢复</a:t>
            </a:r>
          </a:p>
          <a:p>
            <a:pPr/>
            <a:r>
              <a:t>- 故障自动恢复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技术债务管理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识别技术债务</a:t>
            </a:r>
          </a:p>
          <a:p>
            <a:pPr/>
            <a:r>
              <a:t>- 代码异味</a:t>
            </a:r>
          </a:p>
          <a:p>
            <a:pPr/>
            <a:r>
              <a:t>- 架构问题</a:t>
            </a:r>
          </a:p>
          <a:p>
            <a:pPr/>
            <a:r>
              <a:t>- 测试不足</a:t>
            </a:r>
          </a:p>
          <a:p>
            <a:pPr/>
            <a:r>
              <a:t>### 偿还技术债务</a:t>
            </a:r>
          </a:p>
          <a:p>
            <a:pPr/>
            <a:r>
              <a:t>- 定期重构</a:t>
            </a:r>
          </a:p>
          <a:p>
            <a:pPr/>
            <a:r>
              <a:t>- 补充测试</a:t>
            </a:r>
          </a:p>
          <a:p>
            <a:pPr/>
            <a:r>
              <a:t>- 更新文档</a:t>
            </a:r>
          </a:p>
          <a:p>
            <a:pPr/>
            <a:r>
              <a:t>### 预防技术债务</a:t>
            </a:r>
          </a:p>
          <a:p>
            <a:pPr/>
            <a:r>
              <a:t>- 代码审查</a:t>
            </a:r>
          </a:p>
          <a:p>
            <a:pPr/>
            <a:r>
              <a:t>- 持续集成</a:t>
            </a:r>
          </a:p>
          <a:p>
            <a:pPr/>
            <a:r>
              <a:t>- 技术培训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团队能力建设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技术培训</a:t>
            </a:r>
          </a:p>
          <a:p>
            <a:pPr/>
            <a:r>
              <a:t>- Rust进阶培训</a:t>
            </a:r>
          </a:p>
          <a:p>
            <a:pPr/>
            <a:r>
              <a:t>- 数据库原理培训</a:t>
            </a:r>
          </a:p>
          <a:p>
            <a:pPr/>
            <a:r>
              <a:t>- 性能优化培训</a:t>
            </a:r>
          </a:p>
          <a:p>
            <a:pPr/>
            <a:r>
              <a:t>### 知识分享</a:t>
            </a:r>
          </a:p>
          <a:p>
            <a:pPr/>
            <a:r>
              <a:t>- 技术分享会</a:t>
            </a:r>
          </a:p>
          <a:p>
            <a:pPr/>
            <a:r>
              <a:t>- 代码审查</a:t>
            </a:r>
          </a:p>
          <a:p>
            <a:pPr/>
            <a:r>
              <a:t>- 文档编写</a:t>
            </a:r>
          </a:p>
          <a:p>
            <a:pPr/>
            <a:r>
              <a:t>### 工具建设</a:t>
            </a:r>
          </a:p>
          <a:p>
            <a:pPr/>
            <a:r>
              <a:t>- 开发工具</a:t>
            </a:r>
          </a:p>
          <a:p>
            <a:pPr/>
            <a:r>
              <a:t>- 测试工具</a:t>
            </a:r>
          </a:p>
          <a:p>
            <a:pPr/>
            <a:r>
              <a:t>- 监控工具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版本发布流程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**What**：将软件交付给用户使用</a:t>
            </a:r>
          </a:p>
          <a:p>
            <a:pPr/>
            <a:r>
              <a:t>- **Why**：质量保证、用户沟通、团队协作</a:t>
            </a:r>
          </a:p>
          <a:p>
            <a:pPr/>
            <a:r>
              <a:t>- **How**：发布前准备 → 发布执行 → 发布后工作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版本号管理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**What**：语义化版本号（MAJOR.MINOR.PATCH）</a:t>
            </a:r>
          </a:p>
          <a:p>
            <a:pPr/>
            <a:r>
              <a:t>- **Why**：版本管理、依赖管理、用户沟通</a:t>
            </a:r>
          </a:p>
          <a:p>
            <a:pPr/>
            <a:r>
              <a:t>- **How**：Cargo.toml版本号、Git标签、Release Notes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长期功能规划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**v3.0**：JOIN、子查询、视图</a:t>
            </a:r>
          </a:p>
          <a:p>
            <a:pPr/>
            <a:r>
              <a:t>- **v4.0**：JSON、全文搜索、存储过程</a:t>
            </a:r>
          </a:p>
          <a:p>
            <a:pPr/>
            <a:r>
              <a:t>- **v5.0**：AI查询优化、自动调优、分布式支持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架构演化计划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**性能优化**：向量化执行、并行查询、查询缓存</a:t>
            </a:r>
          </a:p>
          <a:p>
            <a:pPr/>
            <a:r>
              <a:t>- **可扩展性**：插件架构、存储引擎抽象、执行引擎抽象</a:t>
            </a:r>
          </a:p>
          <a:p>
            <a:pPr/>
            <a:r>
              <a:t>- **可靠性**：高可用架构、数据备份恢复、故障自动恢复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编写v3.0功能规划文档</a:t>
            </a:r>
          </a:p>
          <a:p>
            <a:pPr/>
            <a:r>
              <a:t>2. 设计v3.0技术方案</a:t>
            </a:r>
          </a:p>
          <a:p>
            <a:pPr/>
            <a:r>
              <a:t>3. 制定开发计划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项目展示与职业发展</a:t>
            </a:r>
          </a:p>
          <a:p>
            <a:pPr/>
            <a:r>
              <a:t>- 职业规划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下节课：项目展示与职业发展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
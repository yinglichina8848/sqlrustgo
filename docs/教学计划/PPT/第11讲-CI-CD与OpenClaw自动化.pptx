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第11</a:t>
            </a:r>
          </a:p>
          <a:p>
            <a:r>
              <a:t>CI-CD与OpenClaw自动化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AI增强的软件工程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AI增强的软件工程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---</a:t>
            </a:r>
          </a:p>
          <a:p>
            <a:pPr/>
            <a:r>
              <a:t># 课程大纲</a:t>
            </a:r>
          </a:p>
          <a:p>
            <a:pPr/>
            <a:r>
              <a:t>1. **CI/CD概述**（25分钟）</a:t>
            </a:r>
          </a:p>
          <a:p>
            <a:pPr/>
            <a:r>
              <a:t>2. **GitHub Actions实践**（25分钟）</a:t>
            </a:r>
          </a:p>
          <a:p>
            <a:pPr/>
            <a:r>
              <a:t>3. **OpenClaw多AI协作**（25分钟）</a:t>
            </a:r>
          </a:p>
          <a:p>
            <a:pPr/>
            <a:r>
              <a:t>4. **实践练习**（15分钟）</a:t>
            </a:r>
          </a:p>
          <a:p>
            <a:pPr/>
            <a:r>
              <a:t>---</a:t>
            </a:r>
          </a:p>
          <a:p>
            <a:pPr/>
            <a:r>
              <a:t># Part 1: CI/CD概述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1.1 What：什么是CI/CD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CI（持续集成）</a:t>
            </a:r>
          </a:p>
          <a:p>
            <a:pPr/>
            <a:r>
              <a:t>- 频繁集成代码到主分支</a:t>
            </a:r>
          </a:p>
          <a:p>
            <a:pPr/>
            <a:r>
              <a:t>- 自动化构建和测试</a:t>
            </a:r>
          </a:p>
          <a:p>
            <a:pPr/>
            <a:r>
              <a:t>- 快速发现集成问题</a:t>
            </a:r>
          </a:p>
          <a:p>
            <a:pPr/>
            <a:r>
              <a:t>### CD（持续部署/交付）</a:t>
            </a:r>
          </a:p>
          <a:p>
            <a:pPr/>
            <a:r>
              <a:t>- 自动化部署流程</a:t>
            </a:r>
          </a:p>
          <a:p>
            <a:pPr/>
            <a:r>
              <a:t>- 快速交付价值</a:t>
            </a:r>
          </a:p>
          <a:p>
            <a:pPr/>
            <a:r>
              <a:t>- 减少手动操作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1.2 Why：为什么需要CI/CD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提高质量</a:t>
            </a:r>
          </a:p>
          <a:p>
            <a:pPr/>
            <a:r>
              <a:t>- 自动化测试保证质量</a:t>
            </a:r>
          </a:p>
          <a:p>
            <a:pPr/>
            <a:r>
              <a:t>- 快速发现问题</a:t>
            </a:r>
          </a:p>
          <a:p>
            <a:pPr/>
            <a:r>
              <a:t>- 减少人为错误</a:t>
            </a:r>
          </a:p>
          <a:p>
            <a:pPr/>
            <a:r>
              <a:t>### 提高效率</a:t>
            </a:r>
          </a:p>
          <a:p>
            <a:pPr/>
            <a:r>
              <a:t>- 自动化重复工作</a:t>
            </a:r>
          </a:p>
          <a:p>
            <a:pPr/>
            <a:r>
              <a:t>- 加快交付速度</a:t>
            </a:r>
          </a:p>
          <a:p>
            <a:pPr/>
            <a:r>
              <a:t>- 减少手动操作</a:t>
            </a:r>
          </a:p>
          <a:p>
            <a:pPr/>
            <a:r>
              <a:t>### 降低风险</a:t>
            </a:r>
          </a:p>
          <a:p>
            <a:pPr/>
            <a:r>
              <a:t>- 小批量频繁发布</a:t>
            </a:r>
          </a:p>
          <a:p>
            <a:pPr/>
            <a:r>
              <a:t>- 快速回滚能力</a:t>
            </a:r>
          </a:p>
          <a:p>
            <a:pPr/>
            <a:r>
              <a:t>- 减少发布风险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1.3 How：CI/CD流程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```</a:t>
            </a:r>
          </a:p>
          <a:p>
            <a:pPr/>
            <a:r>
              <a:t>代码提交 → 自动构建 → 自动测试 → 代码审查 → 自动部署</a:t>
            </a:r>
          </a:p>
          <a:p>
            <a:pPr/>
            <a:r>
              <a:t>↑                                              │</a:t>
            </a:r>
          </a:p>
          <a:p>
            <a:pPr/>
            <a:r>
              <a:t>└──────────────────────────────────────────────┘</a:t>
            </a:r>
          </a:p>
          <a:p>
            <a:pPr/>
            <a:r>
              <a:t>```</a:t>
            </a:r>
          </a:p>
          <a:p>
            <a:pPr/>
            <a:r>
              <a:t>### CI流程</a:t>
            </a:r>
          </a:p>
          <a:p>
            <a:pPr/>
            <a:r>
              <a:t>1. 代码提交</a:t>
            </a:r>
          </a:p>
          <a:p>
            <a:pPr/>
            <a:r>
              <a:t>2. 自动构建</a:t>
            </a:r>
          </a:p>
          <a:p>
            <a:pPr/>
            <a:r>
              <a:t>3. 自动测试</a:t>
            </a:r>
          </a:p>
          <a:p>
            <a:pPr/>
            <a:r>
              <a:t>4. 代码审查</a:t>
            </a:r>
          </a:p>
          <a:p>
            <a:pPr/>
            <a:r>
              <a:t>### CD流程</a:t>
            </a:r>
          </a:p>
          <a:p>
            <a:pPr/>
            <a:r>
              <a:t>1. 自动打包</a:t>
            </a:r>
          </a:p>
          <a:p>
            <a:pPr/>
            <a:r>
              <a:t>2. 自动部署</a:t>
            </a:r>
          </a:p>
          <a:p>
            <a:pPr/>
            <a:r>
              <a:t>3. 自动监控</a:t>
            </a:r>
          </a:p>
          <a:p>
            <a:pPr/>
            <a:r>
              <a:t>---</a:t>
            </a:r>
          </a:p>
          <a:p>
            <a:pPr/>
            <a:r>
              <a:t># Part 2: GitHub Actions实践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 GitHub Actions配置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工作流文件</a:t>
            </a:r>
          </a:p>
          <a:p>
            <a:pPr/>
            <a:r>
              <a:t>```yaml</a:t>
            </a:r>
          </a:p>
          <a:p>
            <a:pPr/>
            <a:r>
              <a:t># .github/workflows/ci.yml</a:t>
            </a:r>
          </a:p>
          <a:p>
            <a:pPr/>
            <a:r>
              <a:t>name: CI</a:t>
            </a:r>
          </a:p>
          <a:p>
            <a:pPr/>
            <a:r>
              <a:t>on:</a:t>
            </a:r>
          </a:p>
          <a:p>
            <a:pPr/>
            <a:r>
              <a:t>push:</a:t>
            </a:r>
          </a:p>
          <a:p>
            <a:pPr/>
            <a:r>
              <a:t>branches: [ main, develop ]</a:t>
            </a:r>
          </a:p>
          <a:p>
            <a:pPr/>
            <a:r>
              <a:t>pull_request:</a:t>
            </a:r>
          </a:p>
          <a:p>
            <a:pPr/>
            <a:r>
              <a:t>branches: [ main ]</a:t>
            </a:r>
          </a:p>
          <a:p>
            <a:pPr/>
            <a:r>
              <a:t>jobs:</a:t>
            </a:r>
          </a:p>
          <a:p>
            <a:pPr/>
            <a:r>
              <a:t>build:</a:t>
            </a:r>
          </a:p>
          <a:p>
            <a:pPr/>
            <a:r>
              <a:t>runs-on: ubuntu-latest</a:t>
            </a:r>
          </a:p>
          <a:p>
            <a:pPr/>
            <a:r>
              <a:t>steps:</a:t>
            </a:r>
          </a:p>
          <a:p>
            <a:pPr/>
            <a:r>
              <a:t>- uses: actions/checkout@v3</a:t>
            </a:r>
          </a:p>
          <a:p>
            <a:pPr/>
            <a:r>
              <a:t>- name: Install Rust</a:t>
            </a:r>
          </a:p>
          <a:p>
            <a:pPr/>
            <a:r>
              <a:t>uses: actions-rs/toolchain@v1</a:t>
            </a:r>
          </a:p>
          <a:p>
            <a:pPr/>
            <a:r>
              <a:t>with:</a:t>
            </a:r>
          </a:p>
          <a:p>
            <a:pPr/>
            <a:r>
              <a:t>toolchain: stable</a:t>
            </a:r>
          </a:p>
          <a:p>
            <a:pPr/>
            <a:r>
              <a:t>- name: Build</a:t>
            </a:r>
          </a:p>
          <a:p>
            <a:pPr/>
            <a:r>
              <a:t>run: cargo build --verbose</a:t>
            </a:r>
          </a:p>
          <a:p>
            <a:pPr/>
            <a:r>
              <a:t>- name: Run tests</a:t>
            </a:r>
          </a:p>
          <a:p>
            <a:pPr/>
            <a:r>
              <a:t>run: cargo test --verbose</a:t>
            </a:r>
          </a:p>
          <a:p>
            <a:pPr/>
            <a:r>
              <a:t>```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2.2 质量门禁配置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Clippy检查</a:t>
            </a:r>
          </a:p>
          <a:p>
            <a:pPr/>
            <a:r>
              <a:t>```yaml</a:t>
            </a:r>
          </a:p>
          <a:p>
            <a:pPr/>
            <a:r>
              <a:t>- name: Run Clippy</a:t>
            </a:r>
          </a:p>
          <a:p>
            <a:pPr/>
            <a:r>
              <a:t>uses: actions-rs/clippy-check@v1</a:t>
            </a:r>
          </a:p>
          <a:p>
            <a:pPr/>
            <a:r>
              <a:t>with:</a:t>
            </a:r>
          </a:p>
          <a:p>
            <a:pPr/>
            <a:r>
              <a:t>token: ${{ secrets.GITHUB_TOKEN }}</a:t>
            </a:r>
          </a:p>
          <a:p>
            <a:pPr/>
            <a:r>
              <a:t>args: --all-features</a:t>
            </a:r>
          </a:p>
          <a:p>
            <a:pPr/>
            <a:r>
              <a:t>```</a:t>
            </a:r>
          </a:p>
          <a:p>
            <a:pPr/>
            <a:r>
              <a:t>### 格式化检查</a:t>
            </a:r>
          </a:p>
          <a:p>
            <a:pPr/>
            <a:r>
              <a:t>```yaml</a:t>
            </a:r>
          </a:p>
          <a:p>
            <a:pPr/>
            <a:r>
              <a:t>- name: Check formatting</a:t>
            </a:r>
          </a:p>
          <a:p>
            <a:pPr/>
            <a:r>
              <a:t>run: cargo fmt -- --check</a:t>
            </a:r>
          </a:p>
          <a:p>
            <a:pPr/>
            <a:r>
              <a:t>```</a:t>
            </a:r>
          </a:p>
          <a:p>
            <a:pPr/>
            <a:r>
              <a:t>### 测试覆盖率</a:t>
            </a:r>
          </a:p>
          <a:p>
            <a:pPr/>
            <a:r>
              <a:t>```yaml</a:t>
            </a:r>
          </a:p>
          <a:p>
            <a:pPr/>
            <a:r>
              <a:t>- name: Generate coverage</a:t>
            </a:r>
          </a:p>
          <a:p>
            <a:pPr/>
            <a:r>
              <a:t>run: |</a:t>
            </a:r>
          </a:p>
          <a:p>
            <a:pPr/>
            <a:r>
              <a:t>cargo install cargo-tarpaulin</a:t>
            </a:r>
          </a:p>
          <a:p>
            <a:pPr/>
            <a:r>
              <a:t>cargo tarpaulin --out Xml</a:t>
            </a:r>
          </a:p>
          <a:p>
            <a:pPr/>
            <a:r>
              <a:t>- name: Upload coverage</a:t>
            </a:r>
          </a:p>
          <a:p>
            <a:pPr/>
            <a:r>
              <a:t>uses: codecov/codecov-action@v3</a:t>
            </a:r>
          </a:p>
          <a:p>
            <a:pPr/>
            <a:r>
              <a:t>```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2.3 自动化发布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发布工作流</a:t>
            </a:r>
          </a:p>
          <a:p>
            <a:pPr/>
            <a:r>
              <a:t>```yaml</a:t>
            </a:r>
          </a:p>
          <a:p>
            <a:pPr/>
            <a:r>
              <a:t>name: Release</a:t>
            </a:r>
          </a:p>
          <a:p>
            <a:pPr/>
            <a:r>
              <a:t>on:</a:t>
            </a:r>
          </a:p>
          <a:p>
            <a:pPr/>
            <a:r>
              <a:t>push:</a:t>
            </a:r>
          </a:p>
          <a:p>
            <a:pPr/>
            <a:r>
              <a:t>tags:</a:t>
            </a:r>
          </a:p>
          <a:p>
            <a:pPr/>
            <a:r>
              <a:t>- 'v*'</a:t>
            </a:r>
          </a:p>
          <a:p>
            <a:pPr/>
            <a:r>
              <a:t>jobs:</a:t>
            </a:r>
          </a:p>
          <a:p>
            <a:pPr/>
            <a:r>
              <a:t>release:</a:t>
            </a:r>
          </a:p>
          <a:p>
            <a:pPr/>
            <a:r>
              <a:t>runs-on: ubuntu-latest</a:t>
            </a:r>
          </a:p>
          <a:p>
            <a:pPr/>
            <a:r>
              <a:t>steps:</a:t>
            </a:r>
          </a:p>
          <a:p>
            <a:pPr/>
            <a:r>
              <a:t>- uses: actions/checkout@v3</a:t>
            </a:r>
          </a:p>
          <a:p>
            <a:pPr/>
            <a:r>
              <a:t>- name: Build release</a:t>
            </a:r>
          </a:p>
          <a:p>
            <a:pPr/>
            <a:r>
              <a:t>run: cargo build --release</a:t>
            </a:r>
          </a:p>
          <a:p>
            <a:pPr/>
            <a:r>
              <a:t>- name: Create release</a:t>
            </a:r>
          </a:p>
          <a:p>
            <a:pPr/>
            <a:r>
              <a:t>uses: softprops/action-gh-release@v1</a:t>
            </a:r>
          </a:p>
          <a:p>
            <a:pPr/>
            <a:r>
              <a:t>with:</a:t>
            </a:r>
          </a:p>
          <a:p>
            <a:pPr/>
            <a:r>
              <a:t>files: target/release/sqlrustgo</a:t>
            </a:r>
          </a:p>
          <a:p>
            <a:pPr/>
            <a:r>
              <a:t>```</a:t>
            </a:r>
          </a:p>
          <a:p>
            <a:pPr/>
            <a:r>
              <a:t>---</a:t>
            </a:r>
          </a:p>
          <a:p>
            <a:pPr/>
            <a:r>
              <a:t># Part 3: OpenClaw多AI协作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3.1 What：什么是OpenClaw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定义</a:t>
            </a:r>
          </a:p>
          <a:p>
            <a:pPr/>
            <a:r>
              <a:t>多AI协作的自动化工作流平台</a:t>
            </a:r>
          </a:p>
          <a:p>
            <a:pPr/>
            <a:r>
              <a:t>### 核心功能</a:t>
            </a:r>
          </a:p>
          <a:p>
            <a:pPr/>
            <a:r>
              <a:t>- **AI角色分配**：不同AI承担不同角色</a:t>
            </a:r>
          </a:p>
          <a:p>
            <a:pPr/>
            <a:r>
              <a:t>- **自动化工作流**：AI自动执行任务</a:t>
            </a:r>
          </a:p>
          <a:p>
            <a:pPr/>
            <a:r>
              <a:t>- **协作机制**：多个AI协同工作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3.2 Why：为什么需要多AI协作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提高效率</a:t>
            </a:r>
          </a:p>
          <a:p>
            <a:pPr/>
            <a:r>
              <a:t>- 并行处理任务</a:t>
            </a:r>
          </a:p>
          <a:p>
            <a:pPr/>
            <a:r>
              <a:t>- 专业分工</a:t>
            </a:r>
          </a:p>
          <a:p>
            <a:pPr/>
            <a:r>
              <a:t>- 24/7工作</a:t>
            </a:r>
          </a:p>
          <a:p>
            <a:pPr/>
            <a:r>
              <a:t>### 提高质量</a:t>
            </a:r>
          </a:p>
          <a:p>
            <a:pPr/>
            <a:r>
              <a:t>- 多AI审核</a:t>
            </a:r>
          </a:p>
          <a:p>
            <a:pPr/>
            <a:r>
              <a:t>- 交叉验证</a:t>
            </a:r>
          </a:p>
          <a:p>
            <a:pPr/>
            <a:r>
              <a:t>- 减少遗漏</a:t>
            </a:r>
          </a:p>
          <a:p>
            <a:pPr/>
            <a:r>
              <a:t>### 降低成本</a:t>
            </a:r>
          </a:p>
          <a:p>
            <a:pPr/>
            <a:r>
              <a:t>- 减少人工干预</a:t>
            </a:r>
          </a:p>
          <a:p>
            <a:pPr/>
            <a:r>
              <a:t>- 自动化重复工作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3.3 How：AI角色分配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AI角色定义</a:t>
            </a:r>
          </a:p>
          <a:p>
            <a:pPr/>
            <a:r>
              <a:t>| 角色 | 职责 | 工具 |</a:t>
            </a:r>
          </a:p>
          <a:p>
            <a:pPr/>
            <a:r>
              <a:t>|------|------|------|</a:t>
            </a:r>
          </a:p>
          <a:p>
            <a:pPr/>
            <a:r>
              <a:t>| 分析师 | 需求分析、设计评审 | Claude |</a:t>
            </a:r>
          </a:p>
          <a:p>
            <a:pPr/>
            <a:r>
              <a:t>| 架构师 | 架构设计、技术选型 | GPT-4 |</a:t>
            </a:r>
          </a:p>
          <a:p>
            <a:pPr/>
            <a:r>
              <a:t>| 开发者 | 代码编写、单元测试 | Claude Code |</a:t>
            </a:r>
          </a:p>
          <a:p>
            <a:pPr/>
            <a:r>
              <a:t>| 测试员 | 测试用例、集成测试 | Claude |</a:t>
            </a:r>
          </a:p>
          <a:p>
            <a:pPr/>
            <a:r>
              <a:t>| 文档员 | 文档编写、翻译 | GPT-4 |</a:t>
            </a:r>
          </a:p>
          <a:p>
            <a:pPr/>
            <a:r>
              <a:t>| 审查员 | 代码审查、质量检查 | Claude |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3.3 How：AI角色分配（续）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协作流程</a:t>
            </a:r>
          </a:p>
          <a:p>
            <a:pPr/>
            <a:r>
              <a:t>```</a:t>
            </a:r>
          </a:p>
          <a:p>
            <a:pPr/>
            <a:r>
              <a:t>分析师 → 架构师 → 开发者 → 测试员 → 审查员</a:t>
            </a:r>
          </a:p>
          <a:p>
            <a:pPr/>
            <a:r>
              <a:t>│                            │</a:t>
            </a:r>
          </a:p>
          <a:p>
            <a:pPr/>
            <a:r>
              <a:t>└────────── 文档员 ──────────┘</a:t>
            </a:r>
          </a:p>
          <a:p>
            <a:pPr/>
            <a:r>
              <a:t>```</a:t>
            </a:r>
          </a:p>
          <a:p>
            <a:pPr/>
            <a:r>
              <a:t>### 任务分配示例</a:t>
            </a:r>
          </a:p>
          <a:p>
            <a:pPr/>
            <a:r>
              <a:t>```yaml</a:t>
            </a:r>
          </a:p>
          <a:p>
            <a:pPr/>
            <a:r>
              <a:t>tasks:</a:t>
            </a:r>
          </a:p>
          <a:p>
            <a:pPr/>
            <a:r>
              <a:t>- name: 实现JOIN功能</a:t>
            </a:r>
          </a:p>
          <a:p>
            <a:pPr/>
            <a:r>
              <a:t>analyst:</a:t>
            </a:r>
          </a:p>
          <a:p>
            <a:pPr/>
            <a:r>
              <a:t>- 分析JOIN需求</a:t>
            </a:r>
          </a:p>
          <a:p>
            <a:pPr/>
            <a:r>
              <a:t>- 设计JOIN接口</a:t>
            </a:r>
          </a:p>
          <a:p>
            <a:pPr/>
            <a:r>
              <a:t>architect:</a:t>
            </a:r>
          </a:p>
          <a:p>
            <a:pPr/>
            <a:r>
              <a:t>- 设计JOIN架构</a:t>
            </a:r>
          </a:p>
          <a:p>
            <a:pPr/>
            <a:r>
              <a:t>- 选择实现方案</a:t>
            </a:r>
          </a:p>
          <a:p>
            <a:pPr/>
            <a:r>
              <a:t>developer:</a:t>
            </a:r>
          </a:p>
          <a:p>
            <a:pPr/>
            <a:r>
              <a:t>- 编写JOIN代码</a:t>
            </a:r>
          </a:p>
          <a:p>
            <a:pPr/>
            <a:r>
              <a:t>- 编写单元测试</a:t>
            </a:r>
          </a:p>
          <a:p>
            <a:pPr/>
            <a:r>
              <a:t>tester:</a:t>
            </a:r>
          </a:p>
          <a:p>
            <a:pPr/>
            <a:r>
              <a:t>- 编写集成测试</a:t>
            </a:r>
          </a:p>
          <a:p>
            <a:pPr/>
            <a:r>
              <a:t>- 执行性能测试</a:t>
            </a:r>
          </a:p>
          <a:p>
            <a:pPr/>
            <a:r>
              <a:t>reviewer:</a:t>
            </a:r>
          </a:p>
          <a:p>
            <a:pPr/>
            <a:r>
              <a:t>- 代码审查</a:t>
            </a:r>
          </a:p>
          <a:p>
            <a:pPr/>
            <a:r>
              <a:t>- 质量检查</a:t>
            </a:r>
          </a:p>
          <a:p>
            <a:pPr/>
            <a:r>
              <a:t>```</a:t>
            </a:r>
          </a:p>
          <a:p>
            <a:pPr/>
            <a:r>
              <a:t>---</a:t>
            </a:r>
          </a:p>
          <a:p>
            <a:pPr/>
            <a:r>
              <a:t># Part 4: 实践练习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4.1 配置GitHub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任务</a:t>
            </a:r>
          </a:p>
          <a:p>
            <a:pPr/>
            <a:r>
              <a:t>1. 创建`.github/workflows/ci.yml`文件</a:t>
            </a:r>
          </a:p>
          <a:p>
            <a:pPr/>
            <a:r>
              <a:t>2. 配置构建、测试、Clippy检查</a:t>
            </a:r>
          </a:p>
          <a:p>
            <a:pPr/>
            <a:r>
              <a:t>3. 提交代码，触发CI</a:t>
            </a:r>
          </a:p>
          <a:p>
            <a:pPr/>
            <a:r>
              <a:t>### 验证</a:t>
            </a:r>
          </a:p>
          <a:p>
            <a:pPr/>
            <a:r>
              <a:t>- 查看Actions页面</a:t>
            </a:r>
          </a:p>
          <a:p>
            <a:pPr/>
            <a:r>
              <a:t>- 确认所有检查通过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4.2 设计AI协作流程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任务</a:t>
            </a:r>
          </a:p>
          <a:p>
            <a:pPr/>
            <a:r>
              <a:t>1. 定义AI角色</a:t>
            </a:r>
          </a:p>
          <a:p>
            <a:pPr/>
            <a:r>
              <a:t>2. 设计协作流程</a:t>
            </a:r>
          </a:p>
          <a:p>
            <a:pPr/>
            <a:r>
              <a:t>3. 分配任务</a:t>
            </a:r>
          </a:p>
          <a:p>
            <a:pPr/>
            <a:r>
              <a:t>### 示例</a:t>
            </a:r>
          </a:p>
          <a:p>
            <a:pPr/>
            <a:r>
              <a:t>```yaml</a:t>
            </a:r>
          </a:p>
          <a:p>
            <a:pPr/>
            <a:r>
              <a:t>workflow:</a:t>
            </a:r>
          </a:p>
          <a:p>
            <a:pPr/>
            <a:r>
              <a:t>name: 实现新功能</a:t>
            </a:r>
          </a:p>
          <a:p>
            <a:pPr/>
            <a:r>
              <a:t>roles:</a:t>
            </a:r>
          </a:p>
          <a:p>
            <a:pPr/>
            <a:r>
              <a:t>- analyst: Claude</a:t>
            </a:r>
          </a:p>
          <a:p>
            <a:pPr/>
            <a:r>
              <a:t>- developer: Claude Code</a:t>
            </a:r>
          </a:p>
          <a:p>
            <a:pPr/>
            <a:r>
              <a:t>- reviewer: Claude</a:t>
            </a:r>
          </a:p>
          <a:p>
            <a:pPr/>
            <a:r>
              <a:t>steps:</a:t>
            </a:r>
          </a:p>
          <a:p>
            <a:pPr/>
            <a:r>
              <a:t>- analyst: 分析需求</a:t>
            </a:r>
          </a:p>
          <a:p>
            <a:pPr/>
            <a:r>
              <a:t>- developer: 编写代码</a:t>
            </a:r>
          </a:p>
          <a:p>
            <a:pPr/>
            <a:r>
              <a:t>- reviewer: 审查代码</a:t>
            </a:r>
          </a:p>
          <a:p>
            <a:pPr/>
            <a:r>
              <a:t>```</a:t>
            </a:r>
          </a:p>
          <a:p>
            <a:pPr/>
            <a:r>
              <a:t>---</a:t>
            </a:r>
          </a:p>
          <a:p>
            <a:pPr/>
            <a:r>
              <a:t># 核心知识点总结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CI/CD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**What**：持续集成、持续部署</a:t>
            </a:r>
          </a:p>
          <a:p>
            <a:pPr/>
            <a:r>
              <a:t>- **Why**：提高质量、提高效率、降低风险</a:t>
            </a:r>
          </a:p>
          <a:p>
            <a:pPr/>
            <a:r>
              <a:t>- **How**：自动化构建、测试、部署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GitHub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**工作流配置**</a:t>
            </a:r>
          </a:p>
          <a:p>
            <a:pPr/>
            <a:r>
              <a:t>- **质量门禁**</a:t>
            </a:r>
          </a:p>
          <a:p>
            <a:pPr/>
            <a:r>
              <a:t>- **自动化发布**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OpenClaw多AI协作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**AI角色分配**</a:t>
            </a:r>
          </a:p>
          <a:p>
            <a:pPr/>
            <a:r>
              <a:t>- **协作流程**</a:t>
            </a:r>
          </a:p>
          <a:p>
            <a:pPr/>
            <a:r>
              <a:t>- **任务分配**</a:t>
            </a:r>
          </a:p>
          <a:p>
            <a:pPr/>
            <a:r>
              <a:t>---</a:t>
            </a:r>
          </a:p>
          <a:p>
            <a:pPr/>
            <a:r>
              <a:t># 课后作业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任务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1. 配置GitHub Actions CI流程</a:t>
            </a:r>
          </a:p>
          <a:p>
            <a:pPr/>
            <a:r>
              <a:t>2. 设计一个AI协作流程</a:t>
            </a:r>
          </a:p>
          <a:p>
            <a:pPr/>
            <a:r>
              <a:t>3. 执行一次完整的CI/CD流程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预习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性能优化与重构</a:t>
            </a:r>
          </a:p>
          <a:p>
            <a:pPr/>
            <a:r>
              <a:t>- 代码质量提升</a:t>
            </a:r>
          </a:p>
          <a:p>
            <a:pPr/>
            <a:r>
              <a:t>---</a:t>
            </a:r>
          </a:p>
          <a:p>
            <a:pPr/>
            <a:r>
              <a:t>&lt;!-- _class: lead --&gt;</a:t>
            </a:r>
          </a:p>
          <a:p>
            <a:pPr/>
            <a:r>
              <a:t># 谢谢！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下节课：性能优化与重构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
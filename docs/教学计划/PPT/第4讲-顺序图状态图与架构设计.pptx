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第4</a:t>
            </a:r>
          </a:p>
          <a:p>
            <a:r>
              <a:t>顺序图状态图与架构设计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**顺序图**（20分钟）</a:t>
            </a:r>
          </a:p>
          <a:p>
            <a:pPr/>
            <a:r>
              <a:t>2. **状态图**（20分钟）</a:t>
            </a:r>
          </a:p>
          <a:p>
            <a:pPr/>
            <a:r>
              <a:t>3. **架构图与部署图**（25分钟）</a:t>
            </a:r>
          </a:p>
          <a:p>
            <a:pPr/>
            <a:r>
              <a:t>4. **快速原型法**（25分钟）</a:t>
            </a:r>
          </a:p>
          <a:p>
            <a:pPr/>
            <a:r>
              <a:t>---</a:t>
            </a:r>
          </a:p>
          <a:p>
            <a:pPr/>
            <a:r>
              <a:t># Part 1: 顺序图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顺序图的组成元素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对象（Object）/ 参与者</a:t>
            </a:r>
          </a:p>
          <a:p>
            <a:pPr/>
            <a:r>
              <a:t>- 系统中的实体</a:t>
            </a:r>
          </a:p>
          <a:p>
            <a:pPr/>
            <a:r>
              <a:t>- 用矩形框表示</a:t>
            </a:r>
          </a:p>
          <a:p>
            <a:pPr/>
            <a:r>
              <a:t>### 生命线（Lifeline）</a:t>
            </a:r>
          </a:p>
          <a:p>
            <a:pPr/>
            <a:r>
              <a:t>- 对象存在的时间段</a:t>
            </a:r>
          </a:p>
          <a:p>
            <a:pPr/>
            <a:r>
              <a:t>- 用虚线表示</a:t>
            </a:r>
          </a:p>
          <a:p>
            <a:pPr/>
            <a:r>
              <a:t>### 消息（Message）</a:t>
            </a:r>
          </a:p>
          <a:p>
            <a:pPr/>
            <a:r>
              <a:t>- **同步消息**：实线箭头</a:t>
            </a:r>
          </a:p>
          <a:p>
            <a:pPr/>
            <a:r>
              <a:t>- **异步消息**：实线开放箭头</a:t>
            </a:r>
          </a:p>
          <a:p>
            <a:pPr/>
            <a:r>
              <a:t>- **返回消息**：虚线箭头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顺序图的组成元素（续）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激活（Activation）</a:t>
            </a:r>
          </a:p>
          <a:p>
            <a:pPr/>
            <a:r>
              <a:t>- 对象正在执行操作的时间段</a:t>
            </a:r>
          </a:p>
          <a:p>
            <a:pPr/>
            <a:r>
              <a:t>- 用细长矩形表示</a:t>
            </a:r>
          </a:p>
          <a:p>
            <a:pPr/>
            <a:r>
              <a:t>### 组合片段（Combined Fragment）</a:t>
            </a:r>
          </a:p>
          <a:p>
            <a:pPr/>
            <a:r>
              <a:t>- **alt**：条件分支</a:t>
            </a:r>
          </a:p>
          <a:p>
            <a:pPr/>
            <a:r>
              <a:t>- **loop**：循环</a:t>
            </a:r>
          </a:p>
          <a:p>
            <a:pPr/>
            <a:r>
              <a:t>- **opt**：可选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顺序图绘制规范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从左到右排列对象</a:t>
            </a:r>
          </a:p>
          <a:p>
            <a:pPr/>
            <a:r>
              <a:t>- 发送者在左，接收者在右</a:t>
            </a:r>
          </a:p>
          <a:p>
            <a:pPr/>
            <a:r>
              <a:t>### 消息从上到下按时间顺序</a:t>
            </a:r>
          </a:p>
          <a:p>
            <a:pPr/>
            <a:r>
              <a:t>- 时间轴从上到下</a:t>
            </a:r>
          </a:p>
          <a:p>
            <a:pPr/>
            <a:r>
              <a:t>### 命名清晰</a:t>
            </a:r>
          </a:p>
          <a:p>
            <a:pPr/>
            <a:r>
              <a:t>- 消息名称使用动词短语</a:t>
            </a:r>
          </a:p>
          <a:p>
            <a:pPr/>
            <a:r>
              <a:t>- 参数列表简洁明了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实例：SQL查询执行顺序图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Client        Parser        Executor       Storage</a:t>
            </a:r>
          </a:p>
          <a:p>
            <a:pPr/>
            <a:r>
              <a:t>│             │              │              │</a:t>
            </a:r>
          </a:p>
          <a:p>
            <a:pPr/>
            <a:r>
              <a:t>│──parse(sql)─&gt;│              │              │</a:t>
            </a:r>
          </a:p>
          <a:p>
            <a:pPr/>
            <a:r>
              <a:t>│             │              │              │</a:t>
            </a:r>
          </a:p>
          <a:p>
            <a:pPr/>
            <a:r>
              <a:t>│&lt;──Statement──│              │              │</a:t>
            </a:r>
          </a:p>
          <a:p>
            <a:pPr/>
            <a:r>
              <a:t>│             │              │              │</a:t>
            </a:r>
          </a:p>
          <a:p>
            <a:pPr/>
            <a:r>
              <a:t>│──execute(Statement)────────&gt;│              │</a:t>
            </a:r>
          </a:p>
          <a:p>
            <a:pPr/>
            <a:r>
              <a:t>│             │              │              │</a:t>
            </a:r>
          </a:p>
          <a:p>
            <a:pPr/>
            <a:r>
              <a:t>│             │              │──read(table)─&gt;│</a:t>
            </a:r>
          </a:p>
          <a:p>
            <a:pPr/>
            <a:r>
              <a:t>│             │              │              │</a:t>
            </a:r>
          </a:p>
          <a:p>
            <a:pPr/>
            <a:r>
              <a:t>│             │              │&lt;───rows──────│</a:t>
            </a:r>
          </a:p>
          <a:p>
            <a:pPr/>
            <a:r>
              <a:t>│             │              │              │</a:t>
            </a:r>
          </a:p>
          <a:p>
            <a:pPr/>
            <a:r>
              <a:t>│&lt;───────Result───────────────│              │</a:t>
            </a:r>
          </a:p>
          <a:p>
            <a:pPr/>
            <a:r>
              <a:t>│             │              │              │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2: 状态图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状态图的组成元素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状态（State）</a:t>
            </a:r>
          </a:p>
          <a:p>
            <a:pPr/>
            <a:r>
              <a:t>- **初始状态**：实心圆点</a:t>
            </a:r>
          </a:p>
          <a:p>
            <a:pPr/>
            <a:r>
              <a:t>- **终止状态**：实心圆点外加圆圈</a:t>
            </a:r>
          </a:p>
          <a:p>
            <a:pPr/>
            <a:r>
              <a:t>- **中间状态**：圆角矩形</a:t>
            </a:r>
          </a:p>
          <a:p>
            <a:pPr/>
            <a:r>
              <a:t>### 转换（Transition）</a:t>
            </a:r>
          </a:p>
          <a:p>
            <a:pPr/>
            <a:r>
              <a:t>- 状态之间的变化</a:t>
            </a:r>
          </a:p>
          <a:p>
            <a:pPr/>
            <a:r>
              <a:t>- 用箭头表示</a:t>
            </a:r>
          </a:p>
          <a:p>
            <a:pPr/>
            <a:r>
              <a:t>### 事件（Event）</a:t>
            </a:r>
          </a:p>
          <a:p>
            <a:pPr/>
            <a:r>
              <a:t>- 触发状态转换的条件</a:t>
            </a:r>
          </a:p>
          <a:p>
            <a:pPr/>
            <a:r>
              <a:t>### 动作（Action）</a:t>
            </a:r>
          </a:p>
          <a:p>
            <a:pPr/>
            <a:r>
              <a:t>- 状态转换时执行的操作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状态图绘制规范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状态命名清晰</a:t>
            </a:r>
          </a:p>
          <a:p>
            <a:pPr/>
            <a:r>
              <a:t>- 使用名词短语</a:t>
            </a:r>
          </a:p>
          <a:p>
            <a:pPr/>
            <a:r>
              <a:t>- 反映对象的状态</a:t>
            </a:r>
          </a:p>
          <a:p>
            <a:pPr/>
            <a:r>
              <a:t>### 转换条件明确</a:t>
            </a:r>
          </a:p>
          <a:p>
            <a:pPr/>
            <a:r>
              <a:t>- 格式：`事件 [条件] / 动作`</a:t>
            </a:r>
          </a:p>
          <a:p>
            <a:pPr/>
            <a:r>
              <a:t>### 避免状态爆炸</a:t>
            </a:r>
          </a:p>
          <a:p>
            <a:pPr/>
            <a:r>
              <a:t>- 只关注关键状态</a:t>
            </a:r>
          </a:p>
          <a:p>
            <a:pPr/>
            <a:r>
              <a:t>- 合并相似状态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实例：事务状态图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┌─────────┐</a:t>
            </a:r>
          </a:p>
          <a:p>
            <a:pPr/>
            <a:r>
              <a:t>│  Idle   │</a:t>
            </a:r>
          </a:p>
          <a:p>
            <a:pPr/>
            <a:r>
              <a:t>└────┬────┘</a:t>
            </a:r>
          </a:p>
          <a:p>
            <a:pPr/>
            <a:r>
              <a:t>│ BEGIN</a:t>
            </a:r>
          </a:p>
          <a:p>
            <a:pPr/>
            <a:r>
              <a:t>▼</a:t>
            </a:r>
          </a:p>
          <a:p>
            <a:pPr/>
            <a:r>
              <a:t>┌─────────┐</a:t>
            </a:r>
          </a:p>
          <a:p>
            <a:pPr/>
            <a:r>
              <a:t>│ Active  │</a:t>
            </a:r>
          </a:p>
          <a:p>
            <a:pPr/>
            <a:r>
              <a:t>└────┬────┘</a:t>
            </a:r>
          </a:p>
          <a:p>
            <a:pPr/>
            <a:r>
              <a:t>│</a:t>
            </a:r>
          </a:p>
          <a:p>
            <a:pPr/>
            <a:r>
              <a:t>┌────┴────┐</a:t>
            </a:r>
          </a:p>
          <a:p>
            <a:pPr/>
            <a:r>
              <a:t>│         │</a:t>
            </a:r>
          </a:p>
          <a:p>
            <a:pPr/>
            <a:r>
              <a:t>│ COMMIT  │ ROLLBACK</a:t>
            </a:r>
          </a:p>
          <a:p>
            <a:pPr/>
            <a:r>
              <a:t>▼         ▼</a:t>
            </a:r>
          </a:p>
          <a:p>
            <a:pPr/>
            <a:r>
              <a:t>┌──────────┐ ┌───────────┐</a:t>
            </a:r>
          </a:p>
          <a:p>
            <a:pPr/>
            <a:r>
              <a:t>│Committed │ │Rolledback │</a:t>
            </a:r>
          </a:p>
          <a:p>
            <a:pPr/>
            <a:r>
              <a:t>└──────────┘ └───────────┘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3: 架构图与部署图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架构图类型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分层架构图</a:t>
            </a:r>
          </a:p>
          <a:p>
            <a:pPr/>
            <a:r>
              <a:t>- 展示系统的层次结构</a:t>
            </a:r>
          </a:p>
          <a:p>
            <a:pPr/>
            <a:r>
              <a:t>- 每层有明确的职责</a:t>
            </a:r>
          </a:p>
          <a:p>
            <a:pPr/>
            <a:r>
              <a:t>### 模块架构图</a:t>
            </a:r>
          </a:p>
          <a:p>
            <a:pPr/>
            <a:r>
              <a:t>- 展示模块之间的依赖关系</a:t>
            </a:r>
          </a:p>
          <a:p>
            <a:pPr/>
            <a:r>
              <a:t>- 模块是功能的逻辑分组</a:t>
            </a:r>
          </a:p>
          <a:p>
            <a:pPr/>
            <a:r>
              <a:t>### 组件架构图</a:t>
            </a:r>
          </a:p>
          <a:p>
            <a:pPr/>
            <a:r>
              <a:t>- 展示组件之间的交互</a:t>
            </a:r>
          </a:p>
          <a:p>
            <a:pPr/>
            <a:r>
              <a:t>- 组件是可部署的单元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SQLRustGo四层架构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Parser Layer                          │</a:t>
            </a:r>
          </a:p>
          <a:p>
            <a:pPr/>
            <a:r>
              <a:t>│         Lexer → Parser → AST                             │</a:t>
            </a:r>
          </a:p>
          <a:p>
            <a:pPr/>
            <a:r>
              <a:t>│         功能：SQL解析、语法检查 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↓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Planner Layer                         │</a:t>
            </a:r>
          </a:p>
          <a:p>
            <a:pPr/>
            <a:r>
              <a:t>│         Logical Plan → Physical Plan                     │</a:t>
            </a:r>
          </a:p>
          <a:p>
            <a:pPr/>
            <a:r>
              <a:t>│         功能：查询优化、执行计划生成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↓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Executor Layer                        │</a:t>
            </a:r>
          </a:p>
          <a:p>
            <a:pPr/>
            <a:r>
              <a:t>│         Volcano Model → Operators                        │</a:t>
            </a:r>
          </a:p>
          <a:p>
            <a:pPr/>
            <a:r>
              <a:t>│         功能：查询执行、结果返回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↓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Storage Layer                         │</a:t>
            </a:r>
          </a:p>
          <a:p>
            <a:pPr/>
            <a:r>
              <a:t>│         Page → BufferPool → B+Tree → WAL                 │</a:t>
            </a:r>
          </a:p>
          <a:p>
            <a:pPr/>
            <a:r>
              <a:t>│         功能：数据存储、索引管理、事务支持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部署图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节点（Node）</a:t>
            </a:r>
          </a:p>
          <a:p>
            <a:pPr/>
            <a:r>
              <a:t>- 物理设备或执行环境</a:t>
            </a:r>
          </a:p>
          <a:p>
            <a:pPr/>
            <a:r>
              <a:t>- 如：服务器、容器、进程</a:t>
            </a:r>
          </a:p>
          <a:p>
            <a:pPr/>
            <a:r>
              <a:t>### 组件部署</a:t>
            </a:r>
          </a:p>
          <a:p>
            <a:pPr/>
            <a:r>
              <a:t>- 组件部署到节点的映射</a:t>
            </a:r>
          </a:p>
          <a:p>
            <a:pPr/>
            <a:r>
              <a:t>- 展示运行时架构</a:t>
            </a:r>
          </a:p>
          <a:p>
            <a:pPr/>
            <a:r>
              <a:t>### 网络拓扑</a:t>
            </a:r>
          </a:p>
          <a:p>
            <a:pPr/>
            <a:r>
              <a:t>- 节点之间的网络连接</a:t>
            </a:r>
          </a:p>
          <a:p>
            <a:pPr/>
            <a:r>
              <a:t>- 通信协议</a:t>
            </a:r>
          </a:p>
          <a:p>
            <a:pPr/>
            <a:r>
              <a:t>### SQLRustGo部署方案</a:t>
            </a:r>
          </a:p>
          <a:p>
            <a:pPr/>
            <a:r>
              <a:t>```</a:t>
            </a:r>
          </a:p>
          <a:p>
            <a:pPr/>
            <a:r>
              <a:t>┌──────────────────┐</a:t>
            </a:r>
          </a:p>
          <a:p>
            <a:pPr/>
            <a:r>
              <a:t>│   Client App     │</a:t>
            </a:r>
          </a:p>
          <a:p>
            <a:pPr/>
            <a:r>
              <a:t>│  (应用程序)       │</a:t>
            </a:r>
          </a:p>
          <a:p>
            <a:pPr/>
            <a:r>
              <a:t>└────────┬─────────┘</a:t>
            </a:r>
          </a:p>
          <a:p>
            <a:pPr/>
            <a:r>
              <a:t>│ TCP/IP</a:t>
            </a:r>
          </a:p>
          <a:p>
            <a:pPr/>
            <a:r>
              <a:t>▼</a:t>
            </a:r>
          </a:p>
          <a:p>
            <a:pPr/>
            <a:r>
              <a:t>┌──────────────────┐</a:t>
            </a:r>
          </a:p>
          <a:p>
            <a:pPr/>
            <a:r>
              <a:t>│  SQLRustGo       │</a:t>
            </a:r>
          </a:p>
          <a:p>
            <a:pPr/>
            <a:r>
              <a:t>│  (数据库进程)     │</a:t>
            </a:r>
          </a:p>
          <a:p>
            <a:pPr/>
            <a:r>
              <a:t>│  ┌────────────┐  │</a:t>
            </a:r>
          </a:p>
          <a:p>
            <a:pPr/>
            <a:r>
              <a:t>│  │  Parser    │  │</a:t>
            </a:r>
          </a:p>
          <a:p>
            <a:pPr/>
            <a:r>
              <a:t>│  │  Planner   │  │</a:t>
            </a:r>
          </a:p>
          <a:p>
            <a:pPr/>
            <a:r>
              <a:t>│  │  Executor  │  │</a:t>
            </a:r>
          </a:p>
          <a:p>
            <a:pPr/>
            <a:r>
              <a:t>│  │  Storage   │  │</a:t>
            </a:r>
          </a:p>
          <a:p>
            <a:pPr/>
            <a:r>
              <a:t>│  └────────────┘  │</a:t>
            </a:r>
          </a:p>
          <a:p>
            <a:pPr/>
            <a:r>
              <a:t>└────────┬─────────┘</a:t>
            </a:r>
          </a:p>
          <a:p>
            <a:pPr/>
            <a:r>
              <a:t>│ File I/O</a:t>
            </a:r>
          </a:p>
          <a:p>
            <a:pPr/>
            <a:r>
              <a:t>▼</a:t>
            </a:r>
          </a:p>
          <a:p>
            <a:pPr/>
            <a:r>
              <a:t>┌──────────────────┐</a:t>
            </a:r>
          </a:p>
          <a:p>
            <a:pPr/>
            <a:r>
              <a:t>│  Data Files      │</a:t>
            </a:r>
          </a:p>
          <a:p>
            <a:pPr/>
            <a:r>
              <a:t>│  (数据文件)       │</a:t>
            </a:r>
          </a:p>
          <a:p>
            <a:pPr/>
            <a:r>
              <a:t>└──────────────────┘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4: 快速原型法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快速原型法的概念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什么是原型</a:t>
            </a:r>
          </a:p>
          <a:p>
            <a:pPr/>
            <a:r>
              <a:t>- 系统的早期版本</a:t>
            </a:r>
          </a:p>
          <a:p>
            <a:pPr/>
            <a:r>
              <a:t>- 用于验证需求和设计</a:t>
            </a:r>
          </a:p>
          <a:p>
            <a:pPr/>
            <a:r>
              <a:t>### 原型的类型</a:t>
            </a:r>
          </a:p>
          <a:p>
            <a:pPr/>
            <a:r>
              <a:t>- **抛弃型原型**：验证后丢弃</a:t>
            </a:r>
          </a:p>
          <a:p>
            <a:pPr/>
            <a:r>
              <a:t>- **演化型原型**：逐步完善成最终产品</a:t>
            </a:r>
          </a:p>
          <a:p>
            <a:pPr/>
            <a:r>
              <a:t>### 原型法的优缺点</a:t>
            </a:r>
          </a:p>
          <a:p>
            <a:pPr/>
            <a:r>
              <a:t>- ✅ **优点**：快速验证、降低风险、用户参与</a:t>
            </a:r>
          </a:p>
          <a:p>
            <a:pPr/>
            <a:r>
              <a:t>- ⚠️ **缺点**：可能质量不高、需要额外成本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原型法开发流程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需求分析 → 快速设计 → 原型构建 → 用户评估 → 迭代改进</a:t>
            </a:r>
          </a:p>
          <a:p>
            <a:pPr/>
            <a:r>
              <a:t>↑                    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└──────────────────────────────────────────────┘</a:t>
            </a:r>
          </a:p>
          <a:p>
            <a:pPr/>
            <a:r>
              <a:t>```</a:t>
            </a:r>
          </a:p>
          <a:p>
            <a:pPr/>
            <a:r>
              <a:t>### 每个阶段的产物</a:t>
            </a:r>
          </a:p>
          <a:p>
            <a:pPr/>
            <a:r>
              <a:t>| 阶段 | 产物 |</a:t>
            </a:r>
          </a:p>
          <a:p>
            <a:pPr/>
            <a:r>
              <a:t>|------|------|</a:t>
            </a:r>
          </a:p>
          <a:p>
            <a:pPr/>
            <a:r>
              <a:t>| 需求分析 | 需求文档、用例图 |</a:t>
            </a:r>
          </a:p>
          <a:p>
            <a:pPr/>
            <a:r>
              <a:t>| 快速设计 | 架构图、类图 |</a:t>
            </a:r>
          </a:p>
          <a:p>
            <a:pPr/>
            <a:r>
              <a:t>| 原型构建 | 可运行的原型代码 |</a:t>
            </a:r>
          </a:p>
          <a:p>
            <a:pPr/>
            <a:r>
              <a:t>| 用户评估 | 评估报告、反馈意见 |</a:t>
            </a:r>
          </a:p>
          <a:p>
            <a:pPr/>
            <a:r>
              <a:t>| 迭代改进 | 改进计划、新版本原型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SQLRustGo草稿版本分析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项目实施计划</a:t>
            </a:r>
          </a:p>
          <a:p>
            <a:pPr/>
            <a:r>
              <a:t>- 定义项目范围和目标</a:t>
            </a:r>
          </a:p>
          <a:p>
            <a:pPr/>
            <a:r>
              <a:t>- 规划开发阶段和里程碑</a:t>
            </a:r>
          </a:p>
          <a:p>
            <a:pPr/>
            <a:r>
              <a:t>### 核心类型系统</a:t>
            </a:r>
          </a:p>
          <a:p>
            <a:pPr/>
            <a:r>
              <a:t>- Value枚举定义</a:t>
            </a:r>
          </a:p>
          <a:p>
            <a:pPr/>
            <a:r>
              <a:t>- DataType枚举定义</a:t>
            </a:r>
          </a:p>
          <a:p>
            <a:pPr/>
            <a:r>
              <a:t>- SqlError错误类型</a:t>
            </a:r>
          </a:p>
          <a:p>
            <a:pPr/>
            <a:r>
              <a:t>### 词法/语法分析器原型</a:t>
            </a:r>
          </a:p>
          <a:p>
            <a:pPr/>
            <a:r>
              <a:t>- Lexer基础实现</a:t>
            </a:r>
          </a:p>
          <a:p>
            <a:pPr/>
            <a:r>
              <a:t>- Parser基础实现</a:t>
            </a:r>
          </a:p>
          <a:p>
            <a:pPr/>
            <a:r>
              <a:t>- AST节点定义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SQLRustGo草稿版本分析（续）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存储引擎基础结构</a:t>
            </a:r>
          </a:p>
          <a:p>
            <a:pPr/>
            <a:r>
              <a:t>- Page结构定义</a:t>
            </a:r>
          </a:p>
          <a:p>
            <a:pPr/>
            <a:r>
              <a:t>- BufferPool基础实现</a:t>
            </a:r>
          </a:p>
          <a:p>
            <a:pPr/>
            <a:r>
              <a:t>- 简单的文件存储</a:t>
            </a:r>
          </a:p>
          <a:p>
            <a:pPr/>
            <a:r>
              <a:t>### 草稿版本作为抛弃型原型的意义</a:t>
            </a:r>
          </a:p>
          <a:p>
            <a:pPr/>
            <a:r>
              <a:t>- **验证架构设计**</a:t>
            </a:r>
          </a:p>
          <a:p>
            <a:pPr/>
            <a:r>
              <a:t>- **识别技术难点**</a:t>
            </a:r>
          </a:p>
          <a:p>
            <a:pPr/>
            <a:r>
              <a:t>- **快速迭代改进**</a:t>
            </a:r>
          </a:p>
          <a:p>
            <a:pPr/>
            <a:r>
              <a:t>- **为Alpha版本奠定基础**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AI辅助快速原型开发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使用AI快速生成原型代码</a:t>
            </a:r>
          </a:p>
          <a:p>
            <a:pPr/>
            <a:r>
              <a:t>```</a:t>
            </a:r>
          </a:p>
          <a:p>
            <a:pPr/>
            <a:r>
              <a:t>为SQLRustGo生成词法分析器原型，要求：</a:t>
            </a:r>
          </a:p>
          <a:p>
            <a:pPr/>
            <a:r>
              <a:t>1. 支持基本的SQL关键字</a:t>
            </a:r>
          </a:p>
          <a:p>
            <a:pPr/>
            <a:r>
              <a:t>2. 支持标识符和字面量</a:t>
            </a:r>
          </a:p>
          <a:p>
            <a:pPr/>
            <a:r>
              <a:t>3. 使用Rust实现</a:t>
            </a:r>
          </a:p>
          <a:p>
            <a:pPr/>
            <a:r>
              <a:t>4. 代码简洁，便于理解</a:t>
            </a:r>
          </a:p>
          <a:p>
            <a:pPr/>
            <a:r>
              <a:t>```</a:t>
            </a:r>
          </a:p>
          <a:p>
            <a:pPr/>
            <a:r>
              <a:t>### 使用AI生成设计文档</a:t>
            </a:r>
          </a:p>
          <a:p>
            <a:pPr/>
            <a:r>
              <a:t>```</a:t>
            </a:r>
          </a:p>
          <a:p>
            <a:pPr/>
            <a:r>
              <a:t>为SQLRustGo生成架构设计文档，要求：</a:t>
            </a:r>
          </a:p>
          <a:p>
            <a:pPr/>
            <a:r>
              <a:t>1. 描述四层架构</a:t>
            </a:r>
          </a:p>
          <a:p>
            <a:pPr/>
            <a:r>
              <a:t>2. 说明每层的职责</a:t>
            </a:r>
          </a:p>
          <a:p>
            <a:pPr/>
            <a:r>
              <a:t>3. 列出核心组件</a:t>
            </a:r>
          </a:p>
          <a:p>
            <a:pPr/>
            <a:r>
              <a:t>4. 使用Markdown格式</a:t>
            </a:r>
          </a:p>
          <a:p>
            <a:pPr/>
            <a:r>
              <a:t>```</a:t>
            </a:r>
          </a:p>
          <a:p>
            <a:pPr/>
            <a:r>
              <a:t>### 原型评估和迭代</a:t>
            </a:r>
          </a:p>
          <a:p>
            <a:pPr/>
            <a:r>
              <a:t>- AI可以辅助评估原型质量</a:t>
            </a:r>
          </a:p>
          <a:p>
            <a:pPr/>
            <a:r>
              <a:t>- AI可以建议改进方向</a:t>
            </a:r>
          </a:p>
          <a:p>
            <a:pPr/>
            <a:r>
              <a:t>- AI可以生成测试用例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顺序图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**对象、生命线、消息、激活**</a:t>
            </a:r>
          </a:p>
          <a:p>
            <a:pPr/>
            <a:r>
              <a:t>- **同步/异步消息**</a:t>
            </a:r>
          </a:p>
          <a:p>
            <a:pPr/>
            <a:r>
              <a:t>- **SQL查询执行流程建模**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状态图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**状态、转换、事件、动作**</a:t>
            </a:r>
          </a:p>
          <a:p>
            <a:pPr/>
            <a:r>
              <a:t>- **事务状态建模**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架构设计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**分层架构**</a:t>
            </a:r>
          </a:p>
          <a:p>
            <a:pPr/>
            <a:r>
              <a:t>- **SQLRustGo四层架构**</a:t>
            </a:r>
          </a:p>
          <a:p>
            <a:pPr/>
            <a:r>
              <a:t>- **部署图**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快速原型法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**原型类型**：抛弃型 vs 演化型</a:t>
            </a:r>
          </a:p>
          <a:p>
            <a:pPr/>
            <a:r>
              <a:t>- **开发流程**</a:t>
            </a:r>
          </a:p>
          <a:p>
            <a:pPr/>
            <a:r>
              <a:t>- **AI辅助原型开发**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完成SQLRustGo顺序图（至少2个场景）</a:t>
            </a:r>
          </a:p>
          <a:p>
            <a:pPr/>
            <a:r>
              <a:t>2. 完成事务状态图</a:t>
            </a:r>
          </a:p>
          <a:p>
            <a:pPr/>
            <a:r>
              <a:t>3. 绘制系统架构图</a:t>
            </a:r>
          </a:p>
          <a:p>
            <a:pPr/>
            <a:r>
              <a:t>4. 编写快速原型设计文档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架构设计原理</a:t>
            </a:r>
          </a:p>
          <a:p>
            <a:pPr/>
            <a:r>
              <a:t>- 功能模块划分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下节课：架构设计原理与SQLRustGo架构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
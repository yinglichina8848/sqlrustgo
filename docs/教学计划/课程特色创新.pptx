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课程特色创新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一、课程特色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### 1. 真实项目驱动教学</a:t>
            </a:r>
          </a:p>
          <a:p>
            <a:r>
              <a:t>本课程以SQLRustGo项目（Rust数据库系统）为主线，贯穿整个学期的教学。学生通过参与一个真实的、正在开发的开源项目，将软件工程理论付诸实践。</a:t>
            </a:r>
          </a:p>
          <a:p>
            <a:r>
              <a:t>### 2. AI增强的软件开发</a:t>
            </a:r>
          </a:p>
          <a:p>
            <a:r>
              <a:t>引入AI辅助编程工具（TRAE IDE），让学生掌握如何利用AI工具提升软件开发效率，理解AI在软件开发中的优势与局限性。</a:t>
            </a:r>
          </a:p>
          <a:p>
            <a:r>
              <a:t>### 3. 全流程工程实践</a:t>
            </a:r>
          </a:p>
          <a:p>
            <a:r>
              <a:t>从项目草稿 → Alpha版本 → Beta版本 → RC版本 → Release，学生完整经历软件开发的全生命周期，培养工程化思维。</a:t>
            </a:r>
          </a:p>
          <a:p>
            <a:r>
              <a:t>### 4. 团队协作开发</a:t>
            </a:r>
          </a:p>
          <a:p>
            <a:r>
              <a:t>模拟真实企业开发环境，学习Git分支策略、PR流程、代码审核等团队协作技能。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二、教学创新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### 1. 教学模式创新</a:t>
            </a:r>
          </a:p>
          <a:p>
            <a:r>
              <a:t>- **上半学期**：单一AI工具 + UML建模 + 快速原型（降低难度）</a:t>
            </a:r>
          </a:p>
          <a:p>
            <a:r>
              <a:t>- **下半学期**：协同开发 + 工程治理 + 发布流程（提升能力）</a:t>
            </a:r>
          </a:p>
          <a:p>
            <a:r>
              <a:t>### 2. 考核方式创新</a:t>
            </a:r>
          </a:p>
          <a:p>
            <a:r>
              <a:t>- 过程考核 + 综合考核</a:t>
            </a:r>
          </a:p>
          <a:p>
            <a:r>
              <a:t>- 强调动手能力和团队协作</a:t>
            </a:r>
          </a:p>
          <a:p>
            <a:r>
              <a:t>- 期末大作业采用真实项目开发</a:t>
            </a:r>
          </a:p>
          <a:p>
            <a:r>
              <a:t>### 3. 教学内容与时俱进</a:t>
            </a:r>
          </a:p>
          <a:p>
            <a:r>
              <a:t>- 融入AI辅助编程最新技术</a:t>
            </a:r>
          </a:p>
          <a:p>
            <a:r>
              <a:t>- 结合开源项目实战经验</a:t>
            </a:r>
          </a:p>
          <a:p>
            <a:r>
              <a:t>- 强调工程规范和团队协作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三、课程创新点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| 创新点 | 具体内容 |</a:t>
            </a:r>
          </a:p>
          <a:p>
            <a:r>
              <a:t>|--------|----------|</a:t>
            </a:r>
          </a:p>
          <a:p>
            <a:r>
              <a:t>| 项目驱动 | 使用真实开源项目SQLRustGo作为教学载体 |</a:t>
            </a:r>
          </a:p>
          <a:p>
            <a:r>
              <a:t>| AI融合 | 将AI辅助编程工具有机融入教学全过程 |</a:t>
            </a:r>
          </a:p>
          <a:p>
            <a:r>
              <a:t>| 流程完整 | 覆盖从需求分析到版本发布的完整开发流程 |</a:t>
            </a:r>
          </a:p>
          <a:p>
            <a:r>
              <a:t>| 团队协作 | 模拟企业团队开发环境，学习协作技能 |</a:t>
            </a:r>
          </a:p>
          <a:p>
            <a:r>
              <a:t>| 门禁验收 | 引入软件发布门禁概念，培养质量意识 |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四、教学效果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学生能够掌握现代软件工程的基本原理和方法</a:t>
            </a:r>
          </a:p>
          <a:p>
            <a:r>
              <a:t>- 学生能够使用AI工具辅助软件开发</a:t>
            </a:r>
          </a:p>
          <a:p>
            <a:r>
              <a:t>- 学生能够参与团队协作完成项目开发</a:t>
            </a:r>
          </a:p>
          <a:p>
            <a:r>
              <a:t>- 学生具备软件版本发布和维护的能力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
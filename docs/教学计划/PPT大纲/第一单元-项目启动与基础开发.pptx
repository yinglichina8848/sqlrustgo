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第一单元-项目启动与基础开发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软件工程导论（AISE-AI增强软件工程）</a:t>
            </a:r>
          </a:p>
          <a:p>
            <a:r>
              <a:t>贵州民族大学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单元概述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第1讲：软件工程概述与项目导论                           │</a:t>
            </a:r>
          </a:p>
          <a:p>
            <a:pPr/>
            <a:r>
              <a:t>│                        （PPT 40页，80分钟） 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封面（1页）                                                                │</a:t>
            </a:r>
          </a:p>
          <a:p>
            <a:pPr/>
            <a:r>
              <a:t>│   ├── 课程名称：AI增强的软件工程                                             │</a:t>
            </a:r>
          </a:p>
          <a:p>
            <a:pPr/>
            <a:r>
              <a:t>│   ├── 授课教师：李莹                                                         │</a:t>
            </a:r>
          </a:p>
          <a:p>
            <a:pPr/>
            <a:r>
              <a:t>│   └── 学期：2025-2026（2）春学期                                           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**实训名称**：开发环境搭建</a:t>
            </a:r>
          </a:p>
          <a:p>
            <a:pPr/>
            <a:r>
              <a:t>**实训目标**：</a:t>
            </a:r>
          </a:p>
          <a:p>
            <a:pPr/>
            <a:r>
              <a:t>完成Rust开发环境配置</a:t>
            </a:r>
          </a:p>
          <a:p>
            <a:pPr/>
            <a:r>
              <a:t>完成Git和SSH配置</a:t>
            </a:r>
          </a:p>
          <a:p>
            <a:pPr/>
            <a:r>
              <a:t>完成TRAE IDE安装</a:t>
            </a:r>
          </a:p>
          <a:p>
            <a:pPr/>
            <a:r>
              <a:t>成功克隆并运行SQLRustGo项目</a:t>
            </a:r>
          </a:p>
          <a:p>
            <a:pPr/>
            <a:r>
              <a:t>**实训步骤**：</a:t>
            </a:r>
          </a:p>
          <a:p>
            <a:pPr/>
            <a:r>
              <a:t>```</a:t>
            </a:r>
          </a:p>
          <a:p>
            <a:pPr/>
            <a:r>
              <a:t>步骤1: 安装Rust工具链（20分钟）</a:t>
            </a:r>
          </a:p>
          <a:p>
            <a:pPr/>
            <a:r>
              <a:t>├── curl --proto '=https' --tlsv1.2 -sSf https://sh.rustup.rs | 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第2讲：结构化设计与UML基础                              │</a:t>
            </a:r>
          </a:p>
          <a:p>
            <a:pPr/>
            <a:r>
              <a:t>│                        （PPT 40页，80分钟） 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封面与目录（2页）                                                          │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结构化设计方法（25分钟，12页）- What/Why/How                        │</a:t>
            </a:r>
          </a:p>
          <a:p>
            <a:pPr/>
            <a:r>
              <a:t>│   ├── 1.1 What：结构化设计的历史背景（2页）                                  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**实训名称**：用例图绘制</a:t>
            </a:r>
          </a:p>
          <a:p>
            <a:pPr/>
            <a:r>
              <a:t>**实训目标**：</a:t>
            </a:r>
          </a:p>
          <a:p>
            <a:pPr/>
            <a:r>
              <a:t>掌握PlantUML语法</a:t>
            </a:r>
          </a:p>
          <a:p>
            <a:pPr/>
            <a:r>
              <a:t>绘制SQLRustGo用例图</a:t>
            </a:r>
          </a:p>
          <a:p>
            <a:pPr/>
            <a:r>
              <a:t>编写用例描述文档</a:t>
            </a:r>
          </a:p>
          <a:p>
            <a:pPr/>
            <a:r>
              <a:t>使用AI辅助UML绘图</a:t>
            </a:r>
          </a:p>
          <a:p>
            <a:pPr/>
            <a:r>
              <a:t>**实训步骤**：</a:t>
            </a:r>
          </a:p>
          <a:p>
            <a:pPr/>
            <a:r>
              <a:t>```</a:t>
            </a:r>
          </a:p>
          <a:p>
            <a:pPr/>
            <a:r>
              <a:t>步骤1: 学习PlantUML语法（20分钟）</a:t>
            </a:r>
          </a:p>
          <a:p>
            <a:pPr/>
            <a:r>
              <a:t>├── 安装PlantUML插件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第3讲：面向对象设计与类图                               │</a:t>
            </a:r>
          </a:p>
          <a:p>
            <a:pPr/>
            <a:r>
              <a:t>│                        （PPT 40页，80分钟） 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封面与目录（2页）                                                          │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面向对象设计原则（25分钟，12页）- What/Why/How                      │</a:t>
            </a:r>
          </a:p>
          <a:p>
            <a:pPr/>
            <a:r>
              <a:t>│   ├── 1.1 What：面向对象核心概念（4页）                    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**实训名称**：类图绘制</a:t>
            </a:r>
          </a:p>
          <a:p>
            <a:pPr/>
            <a:r>
              <a:t>**实训目标**：</a:t>
            </a:r>
          </a:p>
          <a:p>
            <a:pPr/>
            <a:r>
              <a:t>掌握类图绘制方法</a:t>
            </a:r>
          </a:p>
          <a:p>
            <a:pPr/>
            <a:r>
              <a:t>绘制SQLRustGo核心类图</a:t>
            </a:r>
          </a:p>
          <a:p>
            <a:pPr/>
            <a:r>
              <a:t>分析类之间的关系</a:t>
            </a:r>
          </a:p>
          <a:p>
            <a:pPr/>
            <a:r>
              <a:t>使用AI辅助类图设计</a:t>
            </a:r>
          </a:p>
          <a:p>
            <a:pPr/>
            <a:r>
              <a:t>**实训步骤**：</a:t>
            </a:r>
          </a:p>
          <a:p>
            <a:pPr/>
            <a:r>
              <a:t>```</a:t>
            </a:r>
          </a:p>
          <a:p>
            <a:pPr/>
            <a:r>
              <a:t>步骤1: 设计核心类（25分钟）</a:t>
            </a:r>
          </a:p>
          <a:p>
            <a:pPr/>
            <a:r>
              <a:t>├── 选择一个核心模块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理论课PPT大纲（2学时）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第4讲：顺序图、状态图与架构设计                         │</a:t>
            </a:r>
          </a:p>
          <a:p>
            <a:pPr/>
            <a:r>
              <a:t>│                        （PPT 40页，80分钟） 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封面与目录（2页）                                                          │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Part 1: 顺序图（20分钟，10页）- What/Why/How                                │</a:t>
            </a:r>
          </a:p>
          <a:p>
            <a:pPr/>
            <a:r>
              <a:t>│   ├── 1.1 What：顺序图的组成元素（4页）                                       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实训课内容（2学时）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**实训名称**：UML综合实践</a:t>
            </a:r>
          </a:p>
          <a:p>
            <a:pPr/>
            <a:r>
              <a:t>**实训目标**：</a:t>
            </a:r>
          </a:p>
          <a:p>
            <a:pPr/>
            <a:r>
              <a:t>绘制SQLRustGo顺序图</a:t>
            </a:r>
          </a:p>
          <a:p>
            <a:pPr/>
            <a:r>
              <a:t>绘制事务状态图</a:t>
            </a:r>
          </a:p>
          <a:p>
            <a:pPr/>
            <a:r>
              <a:t>绘制系统架构图</a:t>
            </a:r>
          </a:p>
          <a:p>
            <a:pPr/>
            <a:r>
              <a:t>编写快速原型设计文档</a:t>
            </a:r>
          </a:p>
          <a:p>
            <a:pPr/>
            <a:r>
              <a:t>**实训步骤**：</a:t>
            </a:r>
          </a:p>
          <a:p>
            <a:pPr/>
            <a:r>
              <a:t>```</a:t>
            </a:r>
          </a:p>
          <a:p>
            <a:pPr/>
            <a:r>
              <a:t>步骤1: 绘制顺序图（20分钟）</a:t>
            </a:r>
          </a:p>
          <a:p>
            <a:pPr/>
            <a:r>
              <a:t>├── 选择SQL查询执行场景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能力培养目标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/>
            <a:r>
              <a:t>│                        第一单元能力培养                                       │</a:t>
            </a:r>
          </a:p>
          <a:p>
            <a:pPr/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/>
            <a:r>
              <a:t>│                                                                              │</a:t>
            </a:r>
          </a:p>
          <a:p>
            <a:pPr/>
            <a:r>
              <a:t>│   工程思维                                                                   │</a:t>
            </a:r>
          </a:p>
          <a:p>
            <a:pPr/>
            <a:r>
              <a:t>│   ────────                                                                   │</a:t>
            </a:r>
          </a:p>
          <a:p>
            <a:pPr/>
            <a:r>
              <a:t>│   • 理解软件工程的本质和发展历程                                             │</a:t>
            </a:r>
          </a:p>
          <a:p>
            <a:pPr/>
            <a:r>
              <a:t>│   • 掌握结构化设计和面向对象设计方法                                         │</a:t>
            </a:r>
          </a:p>
          <a:p>
            <a:pPr/>
            <a:r>
              <a:t>│   • 理解快速原型法的软件工程过程                                             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
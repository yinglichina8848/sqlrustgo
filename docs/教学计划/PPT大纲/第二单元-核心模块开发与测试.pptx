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第二单元-核心模块开发与测试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软件工程导论（AISE-AI增强软件工程）</a:t>
            </a:r>
          </a:p>
          <a:p>
            <a:r>
              <a:t>贵州民族大学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单元概述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第5讲：查询执行器实现                                  │</a:t>
            </a:r>
          </a:p>
          <a:p>
            <a:pPr/>
            <a:r>
              <a:t>│                        （PPT 40页，80分钟）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查询执行模型（20分钟，10页）                                        │</a:t>
            </a:r>
          </a:p>
          <a:p>
            <a:pPr/>
            <a:r>
              <a:t>│   ├── 1.1 执行模型概述（3页）                                                │</a:t>
            </a:r>
          </a:p>
          <a:p>
            <a:pPr/>
            <a:r>
              <a:t>│   │   ├── 解释执行                                                           │</a:t>
            </a:r>
          </a:p>
          <a:p>
            <a:pPr/>
            <a:r>
              <a:t>│   │   ├── 编译执行                                                       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**实训名称**：执行器开发</a:t>
            </a:r>
          </a:p>
          <a:p>
            <a:pPr/>
            <a:r>
              <a:t>**实训目标**：</a:t>
            </a:r>
          </a:p>
          <a:p>
            <a:pPr/>
            <a:r>
              <a:t>使用AI-IDE实现执行器接口</a:t>
            </a:r>
          </a:p>
          <a:p>
            <a:pPr/>
            <a:r>
              <a:t>实现基本执行器</a:t>
            </a:r>
          </a:p>
          <a:p>
            <a:pPr/>
            <a:r>
              <a:t>编写测试用例</a:t>
            </a:r>
          </a:p>
          <a:p>
            <a:pPr/>
            <a:r>
              <a:t>运行测试验证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第6讲：存储引擎实现                                    │</a:t>
            </a:r>
          </a:p>
          <a:p>
            <a:pPr/>
            <a:r>
              <a:t>│                        （PPT 40页，80分钟）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存储引擎概述（20分钟，10页）                                        │</a:t>
            </a:r>
          </a:p>
          <a:p>
            <a:pPr/>
            <a:r>
              <a:t>│   ├── 1.1 存储引擎的作用（2页）                                              │</a:t>
            </a:r>
          </a:p>
          <a:p>
            <a:pPr/>
            <a:r>
              <a:t>│   ├── 1.2 存储模型（3页）                                                    │</a:t>
            </a:r>
          </a:p>
          <a:p>
            <a:pPr/>
            <a:r>
              <a:t>│   │   ├── 行存储                                                             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**实训名称**：存储引擎开发</a:t>
            </a:r>
          </a:p>
          <a:p>
            <a:pPr/>
            <a:r>
              <a:t>**实训目标**：</a:t>
            </a:r>
          </a:p>
          <a:p>
            <a:pPr/>
            <a:r>
              <a:t>使用AI-IDE实现页结构</a:t>
            </a:r>
          </a:p>
          <a:p>
            <a:pPr/>
            <a:r>
              <a:t>实现缓冲区管理器</a:t>
            </a:r>
          </a:p>
          <a:p>
            <a:pPr/>
            <a:r>
              <a:t>实现数据持久化</a:t>
            </a:r>
          </a:p>
          <a:p>
            <a:pPr/>
            <a:r>
              <a:t>编写测试用例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第7讲：测试与AI辅助测试                                │</a:t>
            </a:r>
          </a:p>
          <a:p>
            <a:pPr/>
            <a:r>
              <a:t>│                        （PPT 40页，80分钟）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软件测试基础（20分钟，10页）                                        │</a:t>
            </a:r>
          </a:p>
          <a:p>
            <a:pPr/>
            <a:r>
              <a:t>│   ├── 1.1 测试的重要性（2页）                                                │</a:t>
            </a:r>
          </a:p>
          <a:p>
            <a:pPr/>
            <a:r>
              <a:t>│   ├── 1.2 测试类型（4页）                                                    │</a:t>
            </a:r>
          </a:p>
          <a:p>
            <a:pPr/>
            <a:r>
              <a:t>│   │   ├── 单元测试                                        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**实训名称**：测试用例编写</a:t>
            </a:r>
          </a:p>
          <a:p>
            <a:pPr/>
            <a:r>
              <a:t>**实训目标**：</a:t>
            </a:r>
          </a:p>
          <a:p>
            <a:pPr/>
            <a:r>
              <a:t>分析当前测试覆盖率</a:t>
            </a:r>
          </a:p>
          <a:p>
            <a:pPr/>
            <a:r>
              <a:t>使用AI生成测试用例</a:t>
            </a:r>
          </a:p>
          <a:p>
            <a:pPr/>
            <a:r>
              <a:t>运行测试验证</a:t>
            </a:r>
          </a:p>
          <a:p>
            <a:pPr/>
            <a:r>
              <a:t>达到70%+覆盖率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第8讲：代码重构与优化                                  │</a:t>
            </a:r>
          </a:p>
          <a:p>
            <a:pPr/>
            <a:r>
              <a:t>│                        （PPT 40页，80分钟）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代码重构原则（20分钟，10页）                                        │</a:t>
            </a:r>
          </a:p>
          <a:p>
            <a:pPr/>
            <a:r>
              <a:t>│   ├── 1.1 重构概念（2页）                                                    │</a:t>
            </a:r>
          </a:p>
          <a:p>
            <a:pPr/>
            <a:r>
              <a:t>│   ├── 1.2 代码异味（4页）                                                    │</a:t>
            </a:r>
          </a:p>
          <a:p>
            <a:pPr/>
            <a:r>
              <a:t>│   │   ├── 重复代码                                                           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**实训名称**：代码重构实践</a:t>
            </a:r>
          </a:p>
          <a:p>
            <a:pPr/>
            <a:r>
              <a:t>**实训目标**：</a:t>
            </a:r>
          </a:p>
          <a:p>
            <a:pPr/>
            <a:r>
              <a:t>使用AI识别代码异味</a:t>
            </a:r>
          </a:p>
          <a:p>
            <a:pPr/>
            <a:r>
              <a:t>执行重构</a:t>
            </a:r>
          </a:p>
          <a:p>
            <a:pPr/>
            <a:r>
              <a:t>运行Clippy检查</a:t>
            </a:r>
          </a:p>
          <a:p>
            <a:pPr/>
            <a:r>
              <a:t>修复所有警告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阶段性成果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完成核心模块开发</a:t>
            </a:r>
          </a:p>
          <a:p>
            <a:pPr/>
            <a:r>
              <a:t>测试覆盖率达到70%+</a:t>
            </a:r>
          </a:p>
          <a:p>
            <a:pPr/>
            <a:r>
              <a:t>代码质量达标</a:t>
            </a:r>
          </a:p>
          <a:p>
            <a:pPr/>
            <a:r>
              <a:t>准备进入第二阶段</a:t>
            </a:r>
          </a:p>
          <a:p>
            <a:pPr/>
            <a:r>
              <a:t>---</a:t>
            </a:r>
          </a:p>
          <a:p>
            <a:pPr/>
            <a:r>
              <a:t>**制定时间**: 2026-02-22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
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课程教案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软件工程导论（AISE-AI增强软件工程）</a:t>
            </a:r>
          </a:p>
          <a:p>
            <a:r>
              <a:t>贵州民族大学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课程名称：软件工程导论（AISE）</a:t>
            </a:r>
          </a:p>
          <a:p>
            <a:pPr/>
            <a:r>
              <a:t>授课教师：李莹</a:t>
            </a:r>
          </a:p>
          <a:p>
            <a:pPr/>
            <a:r>
              <a:t>学时：64学时</a:t>
            </a:r>
          </a:p>
          <a:p>
            <a:pPr/>
            <a:r>
              <a:t>学分：4学分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核心项目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SQLRustGo数据库管理系统</a:t>
            </a:r>
          </a:p>
          <a:p>
            <a:pPr/>
            <a:r>
              <a:t>Rust语言实现</a:t>
            </a:r>
          </a:p>
          <a:p>
            <a:pPr/>
            <a:r>
              <a:t>Git版本控制</a:t>
            </a:r>
          </a:p>
          <a:p>
            <a:pPr/>
            <a:r>
              <a:t>GitHub Actions CI/CD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阶段性成果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Week 4: 词法分析器</a:t>
            </a:r>
          </a:p>
          <a:p>
            <a:pPr/>
            <a:r>
              <a:t>Week 6: 语法分析器</a:t>
            </a:r>
          </a:p>
          <a:p>
            <a:pPr/>
            <a:r>
              <a:t>Week 8: Alpha版本</a:t>
            </a:r>
          </a:p>
          <a:p>
            <a:pPr/>
            <a:r>
              <a:t>Week 12: Beta版本</a:t>
            </a:r>
          </a:p>
          <a:p>
            <a:pPr/>
            <a:r>
              <a:t>Week 16: Release版本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
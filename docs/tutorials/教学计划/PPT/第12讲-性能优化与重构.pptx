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第12</a:t>
            </a:r>
          </a:p>
          <a:p>
            <a:r>
              <a:t>性能优化与重构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  <a:p>
            <a:pPr/>
            <a:r>
              <a:t># 课程大纲</a:t>
            </a:r>
          </a:p>
          <a:p>
            <a:pPr/>
            <a:r>
              <a:t>1. **性能优化概述**（25分钟）</a:t>
            </a:r>
          </a:p>
          <a:p>
            <a:pPr/>
            <a:r>
              <a:t>2. **性能分析方法**（25分钟）</a:t>
            </a:r>
          </a:p>
          <a:p>
            <a:pPr/>
            <a:r>
              <a:t>3. **代码重构**（25分钟）</a:t>
            </a:r>
          </a:p>
          <a:p>
            <a:pPr/>
            <a:r>
              <a:t>4. **实践练习**（15分钟）</a:t>
            </a:r>
          </a:p>
          <a:p>
            <a:pPr/>
            <a:r>
              <a:t>---</a:t>
            </a:r>
          </a:p>
          <a:p>
            <a:pPr/>
            <a:r>
              <a:t># Part 1: 性能优化概述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What：什么是性能优化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定义</a:t>
            </a:r>
          </a:p>
          <a:p>
            <a:pPr/>
            <a:r>
              <a:t>通过优化代码、算法、架构等手段，提高系统的性能指标</a:t>
            </a:r>
          </a:p>
          <a:p>
            <a:pPr/>
            <a:r>
              <a:t>### 性能指标</a:t>
            </a:r>
          </a:p>
          <a:p>
            <a:pPr/>
            <a:r>
              <a:t>- **响应时间**：请求处理时间</a:t>
            </a:r>
          </a:p>
          <a:p>
            <a:pPr/>
            <a:r>
              <a:t>- **吞吐量**：单位时间处理的请求数</a:t>
            </a:r>
          </a:p>
          <a:p>
            <a:pPr/>
            <a:r>
              <a:t>- **资源利用率**：CPU、内存、磁盘、网络使用率</a:t>
            </a:r>
          </a:p>
          <a:p>
            <a:pPr/>
            <a:r>
              <a:t>- **并发能力**：同时处理的请求数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Why：为什么需要性能优化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用户体验</a:t>
            </a:r>
          </a:p>
          <a:p>
            <a:pPr/>
            <a:r>
              <a:t>- 快速响应提高用户满意度</a:t>
            </a:r>
          </a:p>
          <a:p>
            <a:pPr/>
            <a:r>
              <a:t>- 降低等待时间</a:t>
            </a:r>
          </a:p>
          <a:p>
            <a:pPr/>
            <a:r>
              <a:t>- 提高系统可用性</a:t>
            </a:r>
          </a:p>
          <a:p>
            <a:pPr/>
            <a:r>
              <a:t>### 成本控制</a:t>
            </a:r>
          </a:p>
          <a:p>
            <a:pPr/>
            <a:r>
              <a:t>- 提高资源利用率</a:t>
            </a:r>
          </a:p>
          <a:p>
            <a:pPr/>
            <a:r>
              <a:t>- 降低硬件成本</a:t>
            </a:r>
          </a:p>
          <a:p>
            <a:pPr/>
            <a:r>
              <a:t>- 降低运营成本</a:t>
            </a:r>
          </a:p>
          <a:p>
            <a:pPr/>
            <a:r>
              <a:t>### 竞争优势</a:t>
            </a:r>
          </a:p>
          <a:p>
            <a:pPr/>
            <a:r>
              <a:t>- 性能是产品竞争力</a:t>
            </a:r>
          </a:p>
          <a:p>
            <a:pPr/>
            <a:r>
              <a:t>- 快速响应吸引用户</a:t>
            </a:r>
          </a:p>
          <a:p>
            <a:pPr/>
            <a:r>
              <a:t>- 高并发支撑业务增长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How：性能优化层次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算法优化</a:t>
            </a:r>
          </a:p>
          <a:p>
            <a:pPr/>
            <a:r>
              <a:t>- 选择更优的算法</a:t>
            </a:r>
          </a:p>
          <a:p>
            <a:pPr/>
            <a:r>
              <a:t>- 优化时间复杂度</a:t>
            </a:r>
          </a:p>
          <a:p>
            <a:pPr/>
            <a:r>
              <a:t>- 优化空间复杂度</a:t>
            </a:r>
          </a:p>
          <a:p>
            <a:pPr/>
            <a:r>
              <a:t>### 代码优化</a:t>
            </a:r>
          </a:p>
          <a:p>
            <a:pPr/>
            <a:r>
              <a:t>- 减少不必要的计算</a:t>
            </a:r>
          </a:p>
          <a:p>
            <a:pPr/>
            <a:r>
              <a:t>- 优化数据结构</a:t>
            </a:r>
          </a:p>
          <a:p>
            <a:pPr/>
            <a:r>
              <a:t>- 使用更高效的库</a:t>
            </a:r>
          </a:p>
          <a:p>
            <a:pPr/>
            <a:r>
              <a:t>### 架构优化</a:t>
            </a:r>
          </a:p>
          <a:p>
            <a:pPr/>
            <a:r>
              <a:t>- 缓存策略</a:t>
            </a:r>
          </a:p>
          <a:p>
            <a:pPr/>
            <a:r>
              <a:t>- 负载均衡</a:t>
            </a:r>
          </a:p>
          <a:p>
            <a:pPr/>
            <a:r>
              <a:t>- 分布式架构</a:t>
            </a:r>
          </a:p>
          <a:p>
            <a:pPr/>
            <a:r>
              <a:t>### 系统优化</a:t>
            </a:r>
          </a:p>
          <a:p>
            <a:pPr/>
            <a:r>
              <a:t>- 操作系统调优</a:t>
            </a:r>
          </a:p>
          <a:p>
            <a:pPr/>
            <a:r>
              <a:t>- 数据库优化</a:t>
            </a:r>
          </a:p>
          <a:p>
            <a:pPr/>
            <a:r>
              <a:t>- 网络优化</a:t>
            </a:r>
          </a:p>
          <a:p>
            <a:pPr/>
            <a:r>
              <a:t>---</a:t>
            </a:r>
          </a:p>
          <a:p>
            <a:pPr/>
            <a:r>
              <a:t># Part 2: 性能分析方法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性能分析工具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Rust性能工具</a:t>
            </a:r>
          </a:p>
          <a:p>
            <a:pPr/>
            <a:r>
              <a:t>- **cargo bench**：基准测试</a:t>
            </a:r>
          </a:p>
          <a:p>
            <a:pPr/>
            <a:r>
              <a:t>- **cargo flamegraph**：火焰图</a:t>
            </a:r>
          </a:p>
          <a:p>
            <a:pPr/>
            <a:r>
              <a:t>- **perf**：性能分析</a:t>
            </a:r>
          </a:p>
          <a:p>
            <a:pPr/>
            <a:r>
              <a:t>- **valgrind**：内存分析</a:t>
            </a:r>
          </a:p>
          <a:p>
            <a:pPr/>
            <a:r>
              <a:t>### 基准测试</a:t>
            </a:r>
          </a:p>
          <a:p>
            <a:pPr/>
            <a:r>
              <a:t>```rust</a:t>
            </a:r>
          </a:p>
          <a:p>
            <a:pPr/>
            <a:r>
              <a:t>#[bench]</a:t>
            </a:r>
          </a:p>
          <a:p>
            <a:pPr/>
            <a:r>
              <a:t>fn bench_query_execution(b: &amp;mut Bencher) {</a:t>
            </a:r>
          </a:p>
          <a:p>
            <a:pPr/>
            <a:r>
              <a:t>let db = Database::new();</a:t>
            </a:r>
          </a:p>
          <a:p>
            <a:pPr/>
            <a:r>
              <a:t>b.iter(|| {</a:t>
            </a:r>
          </a:p>
          <a:p>
            <a:pPr/>
            <a:r>
              <a:t>db.execute("SELECT * FROM users").unwrap();</a:t>
            </a:r>
          </a:p>
          <a:p>
            <a:pPr/>
            <a:r>
              <a:t>});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性能分析流程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1. 建立基准</a:t>
            </a:r>
          </a:p>
          <a:p>
            <a:pPr/>
            <a:r>
              <a:t>- 测量当前性能</a:t>
            </a:r>
          </a:p>
          <a:p>
            <a:pPr/>
            <a:r>
              <a:t>- 设定性能目标</a:t>
            </a:r>
          </a:p>
          <a:p>
            <a:pPr/>
            <a:r>
              <a:t>### 2. 识别瓶颈</a:t>
            </a:r>
          </a:p>
          <a:p>
            <a:pPr/>
            <a:r>
              <a:t>- 使用性能分析工具</a:t>
            </a:r>
          </a:p>
          <a:p>
            <a:pPr/>
            <a:r>
              <a:t>- 定位热点代码</a:t>
            </a:r>
          </a:p>
          <a:p>
            <a:pPr/>
            <a:r>
              <a:t>### 3. 优化代码</a:t>
            </a:r>
          </a:p>
          <a:p>
            <a:pPr/>
            <a:r>
              <a:t>- 针对瓶颈进行优化</a:t>
            </a:r>
          </a:p>
          <a:p>
            <a:pPr/>
            <a:r>
              <a:t>- 保持代码正确性</a:t>
            </a:r>
          </a:p>
          <a:p>
            <a:pPr/>
            <a:r>
              <a:t>### 4. 验证效果</a:t>
            </a:r>
          </a:p>
          <a:p>
            <a:pPr/>
            <a:r>
              <a:t>- 对比优化前后性能</a:t>
            </a:r>
          </a:p>
          <a:p>
            <a:pPr/>
            <a:r>
              <a:t>- 确认达到目标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SQLRustGo性能优化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查询优化</a:t>
            </a:r>
          </a:p>
          <a:p>
            <a:pPr/>
            <a:r>
              <a:t>- 使用索引加速查询</a:t>
            </a:r>
          </a:p>
          <a:p>
            <a:pPr/>
            <a:r>
              <a:t>- 优化执行计划</a:t>
            </a:r>
          </a:p>
          <a:p>
            <a:pPr/>
            <a:r>
              <a:t>- 减少数据扫描</a:t>
            </a:r>
          </a:p>
          <a:p>
            <a:pPr/>
            <a:r>
              <a:t>### 缓存优化</a:t>
            </a:r>
          </a:p>
          <a:p>
            <a:pPr/>
            <a:r>
              <a:t>- 查询结果缓存</a:t>
            </a:r>
          </a:p>
          <a:p>
            <a:pPr/>
            <a:r>
              <a:t>- 执行计划缓存</a:t>
            </a:r>
          </a:p>
          <a:p>
            <a:pPr/>
            <a:r>
              <a:t>- 元数据缓存</a:t>
            </a:r>
          </a:p>
          <a:p>
            <a:pPr/>
            <a:r>
              <a:t>### 并发优化</a:t>
            </a:r>
          </a:p>
          <a:p>
            <a:pPr/>
            <a:r>
              <a:t>- 多线程查询执行</a:t>
            </a:r>
          </a:p>
          <a:p>
            <a:pPr/>
            <a:r>
              <a:t>- 连接池管理</a:t>
            </a:r>
          </a:p>
          <a:p>
            <a:pPr/>
            <a:r>
              <a:t>- 锁优化</a:t>
            </a:r>
          </a:p>
          <a:p>
            <a:pPr/>
            <a:r>
              <a:t>---</a:t>
            </a:r>
          </a:p>
          <a:p>
            <a:pPr/>
            <a:r>
              <a:t># Part 3: 代码重构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What：什么是代码重构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定义</a:t>
            </a:r>
          </a:p>
          <a:p>
            <a:pPr/>
            <a:r>
              <a:t>在不改变代码外部行为的前提下，改善代码内部结构</a:t>
            </a:r>
          </a:p>
          <a:p>
            <a:pPr/>
            <a:r>
              <a:t>### 重构的目的</a:t>
            </a:r>
          </a:p>
          <a:p>
            <a:pPr/>
            <a:r>
              <a:t>- 提高代码可读性</a:t>
            </a:r>
          </a:p>
          <a:p>
            <a:pPr/>
            <a:r>
              <a:t>- 提高代码可维护性</a:t>
            </a:r>
          </a:p>
          <a:p>
            <a:pPr/>
            <a:r>
              <a:t>- 提高代码可扩展性</a:t>
            </a:r>
          </a:p>
          <a:p>
            <a:pPr/>
            <a:r>
              <a:t>- 减少技术债务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Why：为什么需要重构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代码质量</a:t>
            </a:r>
          </a:p>
          <a:p>
            <a:pPr/>
            <a:r>
              <a:t>- 消除代码异味</a:t>
            </a:r>
          </a:p>
          <a:p>
            <a:pPr/>
            <a:r>
              <a:t>- 提高代码质量</a:t>
            </a:r>
          </a:p>
          <a:p>
            <a:pPr/>
            <a:r>
              <a:t>- 降低维护成本</a:t>
            </a:r>
          </a:p>
          <a:p>
            <a:pPr/>
            <a:r>
              <a:t>### 技术债务</a:t>
            </a:r>
          </a:p>
          <a:p>
            <a:pPr/>
            <a:r>
              <a:t>- 偿还技术债务</a:t>
            </a:r>
          </a:p>
          <a:p>
            <a:pPr/>
            <a:r>
              <a:t>- 防止债务累积</a:t>
            </a:r>
          </a:p>
          <a:p>
            <a:pPr/>
            <a:r>
              <a:t>- 提高开发效率</a:t>
            </a:r>
          </a:p>
          <a:p>
            <a:pPr/>
            <a:r>
              <a:t>### 团队协作</a:t>
            </a:r>
          </a:p>
          <a:p>
            <a:pPr/>
            <a:r>
              <a:t>- 提高代码可读性</a:t>
            </a:r>
          </a:p>
          <a:p>
            <a:pPr/>
            <a:r>
              <a:t>- 降低理解成本</a:t>
            </a:r>
          </a:p>
          <a:p>
            <a:pPr/>
            <a:r>
              <a:t>- 提高协作效率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How：重构方法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小步重构</a:t>
            </a:r>
          </a:p>
          <a:p>
            <a:pPr/>
            <a:r>
              <a:t>- 每次只重构一小部分</a:t>
            </a:r>
          </a:p>
          <a:p>
            <a:pPr/>
            <a:r>
              <a:t>- 保持测试通过</a:t>
            </a:r>
          </a:p>
          <a:p>
            <a:pPr/>
            <a:r>
              <a:t>- 频繁提交</a:t>
            </a:r>
          </a:p>
          <a:p>
            <a:pPr/>
            <a:r>
              <a:t>### 重构模式</a:t>
            </a:r>
          </a:p>
          <a:p>
            <a:pPr/>
            <a:r>
              <a:t>- **提取方法**：将大方法拆分为小方法</a:t>
            </a:r>
          </a:p>
          <a:p>
            <a:pPr/>
            <a:r>
              <a:t>- **提取类**：将大类拆分为小类</a:t>
            </a:r>
          </a:p>
          <a:p>
            <a:pPr/>
            <a:r>
              <a:t>- **内联方法**：将小方法内联到调用处</a:t>
            </a:r>
          </a:p>
          <a:p>
            <a:pPr/>
            <a:r>
              <a:t>- **移动方法**：将方法移动到合适的类</a:t>
            </a:r>
          </a:p>
          <a:p>
            <a:pPr/>
            <a:r>
              <a:t>### AI辅助重构</a:t>
            </a:r>
          </a:p>
          <a:p>
            <a:pPr/>
            <a:r>
              <a:t>```</a:t>
            </a:r>
          </a:p>
          <a:p>
            <a:pPr/>
            <a:r>
              <a:t>分析以下代码，建议重构方案：</a:t>
            </a:r>
          </a:p>
          <a:p>
            <a:pPr/>
            <a:r>
              <a:t>[代码]</a:t>
            </a:r>
          </a:p>
          <a:p>
            <a:pPr/>
            <a:r>
              <a:t>要求：</a:t>
            </a:r>
          </a:p>
          <a:p>
            <a:pPr/>
            <a:r>
              <a:t>1. 识别代码异味</a:t>
            </a:r>
          </a:p>
          <a:p>
            <a:pPr/>
            <a:r>
              <a:t>2. 提出重构建议</a:t>
            </a:r>
          </a:p>
          <a:p>
            <a:pPr/>
            <a:r>
              <a:t>3. 生成重构后的代码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3.4 SQLRustGo重构实践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Parser重构</a:t>
            </a:r>
          </a:p>
          <a:p>
            <a:pPr/>
            <a:r>
              <a:t>- 提取词法分析器</a:t>
            </a:r>
          </a:p>
          <a:p>
            <a:pPr/>
            <a:r>
              <a:t>- 提取语法分析器</a:t>
            </a:r>
          </a:p>
          <a:p>
            <a:pPr/>
            <a:r>
              <a:t>- 简化AST结构</a:t>
            </a:r>
          </a:p>
          <a:p>
            <a:pPr/>
            <a:r>
              <a:t>### Storage重构</a:t>
            </a:r>
          </a:p>
          <a:p>
            <a:pPr/>
            <a:r>
              <a:t>- 提取页管理器</a:t>
            </a:r>
          </a:p>
          <a:p>
            <a:pPr/>
            <a:r>
              <a:t>- 提取缓冲池</a:t>
            </a:r>
          </a:p>
          <a:p>
            <a:pPr/>
            <a:r>
              <a:t>- 简化存储接口</a:t>
            </a:r>
          </a:p>
          <a:p>
            <a:pPr/>
            <a:r>
              <a:t>### Executor重构</a:t>
            </a:r>
          </a:p>
          <a:p>
            <a:pPr/>
            <a:r>
              <a:t>- 提取执行算子</a:t>
            </a:r>
          </a:p>
          <a:p>
            <a:pPr/>
            <a:r>
              <a:t>- 优化算子接口</a:t>
            </a:r>
          </a:p>
          <a:p>
            <a:pPr/>
            <a:r>
              <a:t>- 简化执行流程</a:t>
            </a:r>
          </a:p>
          <a:p>
            <a:pPr/>
            <a:r>
              <a:t>---</a:t>
            </a:r>
          </a:p>
          <a:p>
            <a:pPr/>
            <a:r>
              <a:t># Part 4: 实践练习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性能分析实践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任务</a:t>
            </a:r>
          </a:p>
          <a:p>
            <a:pPr/>
            <a:r>
              <a:t>1. 编写基准测试</a:t>
            </a:r>
          </a:p>
          <a:p>
            <a:pPr/>
            <a:r>
              <a:t>2. 运行性能分析</a:t>
            </a:r>
          </a:p>
          <a:p>
            <a:pPr/>
            <a:r>
              <a:t>3. 识别性能瓶颈</a:t>
            </a:r>
          </a:p>
          <a:p>
            <a:pPr/>
            <a:r>
              <a:t>### 示例</a:t>
            </a:r>
          </a:p>
          <a:p>
            <a:pPr/>
            <a:r>
              <a:t>```rust</a:t>
            </a:r>
          </a:p>
          <a:p>
            <a:pPr/>
            <a:r>
              <a:t>#[bench]</a:t>
            </a:r>
          </a:p>
          <a:p>
            <a:pPr/>
            <a:r>
              <a:t>fn bench_select_query(b: &amp;mut Bencher) {</a:t>
            </a:r>
          </a:p>
          <a:p>
            <a:pPr/>
            <a:r>
              <a:t>let db = setup_database();</a:t>
            </a:r>
          </a:p>
          <a:p>
            <a:pPr/>
            <a:r>
              <a:t>b.iter(|| {</a:t>
            </a:r>
          </a:p>
          <a:p>
            <a:pPr/>
            <a:r>
              <a:t>db.execute("SELECT * FROM users WHERE age &gt; 18").unwrap();</a:t>
            </a:r>
          </a:p>
          <a:p>
            <a:pPr/>
            <a:r>
              <a:t>});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重构实践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任务</a:t>
            </a:r>
          </a:p>
          <a:p>
            <a:pPr/>
            <a:r>
              <a:t>1. 识别代码异味</a:t>
            </a:r>
          </a:p>
          <a:p>
            <a:pPr/>
            <a:r>
              <a:t>2. 设计重构方案</a:t>
            </a:r>
          </a:p>
          <a:p>
            <a:pPr/>
            <a:r>
              <a:t>3. 执行重构</a:t>
            </a:r>
          </a:p>
          <a:p>
            <a:pPr/>
            <a:r>
              <a:t>### 示例</a:t>
            </a:r>
          </a:p>
          <a:p>
            <a:pPr/>
            <a:r>
              <a:t>```rust</a:t>
            </a:r>
          </a:p>
          <a:p>
            <a:pPr/>
            <a:r>
              <a:t>// 重构前</a:t>
            </a:r>
          </a:p>
          <a:p>
            <a:pPr/>
            <a:r>
              <a:t>fn process_query(sql: &amp;str) -&gt; Result&lt;QueryResult&gt; {</a:t>
            </a:r>
          </a:p>
          <a:p>
            <a:pPr/>
            <a:r>
              <a:t>let tokens = tokenize(sql)?;</a:t>
            </a:r>
          </a:p>
          <a:p>
            <a:pPr/>
            <a:r>
              <a:t>let ast = parse(tokens)?;</a:t>
            </a:r>
          </a:p>
          <a:p>
            <a:pPr/>
            <a:r>
              <a:t>let plan = optimize(ast)?;</a:t>
            </a:r>
          </a:p>
          <a:p>
            <a:pPr/>
            <a:r>
              <a:t>let result = execute(plan)?;</a:t>
            </a:r>
          </a:p>
          <a:p>
            <a:pPr/>
            <a:r>
              <a:t>Ok(result)</a:t>
            </a:r>
          </a:p>
          <a:p>
            <a:pPr/>
            <a:r>
              <a:t>}</a:t>
            </a:r>
          </a:p>
          <a:p>
            <a:pPr/>
            <a:r>
              <a:t>// 重构后</a:t>
            </a:r>
          </a:p>
          <a:p>
            <a:pPr/>
            <a:r>
              <a:t>struct QueryProcessor {</a:t>
            </a:r>
          </a:p>
          <a:p>
            <a:pPr/>
            <a:r>
              <a:t>lexer: Lexer,</a:t>
            </a:r>
          </a:p>
          <a:p>
            <a:pPr/>
            <a:r>
              <a:t>parser: Parser,</a:t>
            </a:r>
          </a:p>
          <a:p>
            <a:pPr/>
            <a:r>
              <a:t>optimizer: Optimizer,</a:t>
            </a:r>
          </a:p>
          <a:p>
            <a:pPr/>
            <a:r>
              <a:t>executor: Executor,</a:t>
            </a:r>
          </a:p>
          <a:p>
            <a:pPr/>
            <a:r>
              <a:t>}</a:t>
            </a:r>
          </a:p>
          <a:p>
            <a:pPr/>
            <a:r>
              <a:t>impl QueryProcessor {</a:t>
            </a:r>
          </a:p>
          <a:p>
            <a:pPr/>
            <a:r>
              <a:t>fn process(&amp;mut self, sql: &amp;str) -&gt; Result&lt;QueryResult&gt; {</a:t>
            </a:r>
          </a:p>
          <a:p>
            <a:pPr/>
            <a:r>
              <a:t>let tokens = self.lexer.tokenize(sql)?;</a:t>
            </a:r>
          </a:p>
          <a:p>
            <a:pPr/>
            <a:r>
              <a:t>let ast = self.parser.parse(tokens)?;</a:t>
            </a:r>
          </a:p>
          <a:p>
            <a:pPr/>
            <a:r>
              <a:t>let plan = self.optimizer.optimize(ast)?;</a:t>
            </a:r>
          </a:p>
          <a:p>
            <a:pPr/>
            <a:r>
              <a:t>let result = self.executor.execute(plan)?;</a:t>
            </a:r>
          </a:p>
          <a:p>
            <a:pPr/>
            <a:r>
              <a:t>Ok(result)</a:t>
            </a:r>
          </a:p>
          <a:p>
            <a:pPr/>
            <a:r>
              <a:t>}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核心知识点总结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性能优化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**What**：提高系统性能指标</a:t>
            </a:r>
          </a:p>
          <a:p>
            <a:pPr/>
            <a:r>
              <a:t>- **Why**：用户体验、成本控制、竞争优势</a:t>
            </a:r>
          </a:p>
          <a:p>
            <a:pPr/>
            <a:r>
              <a:t>- **How**：算法优化、代码优化、架构优化、系统优化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性能分析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**性能分析工具**：cargo bench、cargo flamegraph、perf</a:t>
            </a:r>
          </a:p>
          <a:p>
            <a:pPr/>
            <a:r>
              <a:t>- **性能分析流程**：建立基准 → 识别瓶颈 → 优化代码 → 验证效果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代码重构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**What**：改善代码内部结构</a:t>
            </a:r>
          </a:p>
          <a:p>
            <a:pPr/>
            <a:r>
              <a:t>- **Why**：代码质量、技术债务、团队协作</a:t>
            </a:r>
          </a:p>
          <a:p>
            <a:pPr/>
            <a:r>
              <a:t>- **How**：小步重构、重构模式、AI辅助重构</a:t>
            </a:r>
          </a:p>
          <a:p>
            <a:pPr/>
            <a:r>
              <a:t>---</a:t>
            </a:r>
          </a:p>
          <a:p>
            <a:pPr/>
            <a:r>
              <a:t># 课后作业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编写基准测试</a:t>
            </a:r>
          </a:p>
          <a:p>
            <a:pPr/>
            <a:r>
              <a:t>2. 进行性能分析</a:t>
            </a:r>
          </a:p>
          <a:p>
            <a:pPr/>
            <a:r>
              <a:t>3. 执行一次重构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安全扫描与审计</a:t>
            </a:r>
          </a:p>
          <a:p>
            <a:pPr/>
            <a:r>
              <a:t>- 依赖管理</a:t>
            </a:r>
          </a:p>
          <a:p>
            <a:pPr/>
            <a:r>
              <a:t>---</a:t>
            </a:r>
          </a:p>
          <a:p>
            <a:pPr/>
            <a:r>
              <a:t>&lt;!-- _class: lead --&gt;</a:t>
            </a:r>
          </a:p>
          <a:p>
            <a:pPr/>
            <a:r>
              <a:t># 谢谢！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下节课：安全扫描与审计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
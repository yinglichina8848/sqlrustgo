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第7</a:t>
            </a:r>
          </a:p>
          <a:p>
            <a:r>
              <a:t>AI辅助核心模块实现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**AI辅助开发概述**（20分钟）</a:t>
            </a:r>
          </a:p>
          <a:p>
            <a:pPr/>
            <a:r>
              <a:t>2. **AI辅助实现词法分析器**（30分钟）</a:t>
            </a:r>
          </a:p>
          <a:p>
            <a:pPr/>
            <a:r>
              <a:t>3. **AI辅助实现语法分析器**（30分钟）</a:t>
            </a:r>
          </a:p>
          <a:p>
            <a:pPr/>
            <a:r>
              <a:t>4. **AI辅助实现存储引擎**（30分钟）</a:t>
            </a:r>
          </a:p>
          <a:p>
            <a:pPr/>
            <a:r>
              <a:t>---</a:t>
            </a:r>
          </a:p>
          <a:p>
            <a:pPr/>
            <a:r>
              <a:t># Part 1: AI辅助开发概述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What：AI辅助开发是什么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使用AI工具辅助软件开发的各个环节</a:t>
            </a:r>
          </a:p>
          <a:p>
            <a:pPr/>
            <a:r>
              <a:t>### AI辅助开发的阶段</a:t>
            </a:r>
          </a:p>
          <a:p>
            <a:pPr/>
            <a:r>
              <a:t>- **需求分析**：AI分析需求文档，识别功能点</a:t>
            </a:r>
          </a:p>
          <a:p>
            <a:pPr/>
            <a:r>
              <a:t>- **设计阶段**：AI生成设计方案、架构图、接口设计</a:t>
            </a:r>
          </a:p>
          <a:p>
            <a:pPr/>
            <a:r>
              <a:t>- **编码阶段**：AI生成代码、补全代码、重构代码</a:t>
            </a:r>
          </a:p>
          <a:p>
            <a:pPr/>
            <a:r>
              <a:t>- **测试阶段**：AI生成测试用例、分析覆盖率</a:t>
            </a:r>
          </a:p>
          <a:p>
            <a:pPr/>
            <a:r>
              <a:t>- **文档阶段**：AI生成文档、翻译文档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What：AI辅助开发是什么（续）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AI辅助开发工具</a:t>
            </a:r>
          </a:p>
          <a:p>
            <a:pPr/>
            <a:r>
              <a:t>- **AI-IDE**：Cursor、TRAE IDE、Claude Code</a:t>
            </a:r>
          </a:p>
          <a:p>
            <a:pPr/>
            <a:r>
              <a:t>- **AI编程助手**：GitHub Copilot、TabNine</a:t>
            </a:r>
          </a:p>
          <a:p>
            <a:pPr/>
            <a:r>
              <a:t>- **AI聊天机器人**：ChatGPT、Claude、Gemini</a:t>
            </a:r>
          </a:p>
          <a:p>
            <a:pPr/>
            <a:r>
              <a:t>- **AI代码审查**：SonarQube AI、DeepCode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Why：为什么使用AI辅助开发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提高效率</a:t>
            </a:r>
          </a:p>
          <a:p>
            <a:pPr/>
            <a:r>
              <a:t>- AI可以快速生成样板代码</a:t>
            </a:r>
          </a:p>
          <a:p>
            <a:pPr/>
            <a:r>
              <a:t>- AI可以自动补全代码</a:t>
            </a:r>
          </a:p>
          <a:p>
            <a:pPr/>
            <a:r>
              <a:t>- AI可以批量生成测试用例</a:t>
            </a:r>
          </a:p>
          <a:p>
            <a:pPr/>
            <a:r>
              <a:t>- **开发效率提升2-5倍**</a:t>
            </a:r>
          </a:p>
          <a:p>
            <a:pPr/>
            <a:r>
              <a:t>### 降低门槛</a:t>
            </a:r>
          </a:p>
          <a:p>
            <a:pPr/>
            <a:r>
              <a:t>- 新手可以借助AI快速上手</a:t>
            </a:r>
          </a:p>
          <a:p>
            <a:pPr/>
            <a:r>
              <a:t>- AI可以解释复杂代码</a:t>
            </a:r>
          </a:p>
          <a:p>
            <a:pPr/>
            <a:r>
              <a:t>- AI可以提供最佳实践建议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Why：为什么使用AI辅助开发（续）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提高质量</a:t>
            </a:r>
          </a:p>
          <a:p>
            <a:pPr/>
            <a:r>
              <a:t>- AI可以生成规范的代码</a:t>
            </a:r>
          </a:p>
          <a:p>
            <a:pPr/>
            <a:r>
              <a:t>- AI可以自动发现Bug</a:t>
            </a:r>
          </a:p>
          <a:p>
            <a:pPr/>
            <a:r>
              <a:t>- AI可以建议重构方案</a:t>
            </a:r>
          </a:p>
          <a:p>
            <a:pPr/>
            <a:r>
              <a:t>### 加速学习</a:t>
            </a:r>
          </a:p>
          <a:p>
            <a:pPr/>
            <a:r>
              <a:t>- AI可以解释概念</a:t>
            </a:r>
          </a:p>
          <a:p>
            <a:pPr/>
            <a:r>
              <a:t>- AI可以提供示例</a:t>
            </a:r>
          </a:p>
          <a:p>
            <a:pPr/>
            <a:r>
              <a:t>- AI可以回答问题</a:t>
            </a:r>
          </a:p>
          <a:p>
            <a:pPr/>
            <a:r>
              <a:t>### 业界案例</a:t>
            </a:r>
          </a:p>
          <a:p>
            <a:pPr/>
            <a:r>
              <a:t>- **GitHub**：Copilot帮助开发者提高55%的编码速度</a:t>
            </a:r>
          </a:p>
          <a:p>
            <a:pPr/>
            <a:r>
              <a:t>- **Microsoft**：AI辅助开发减少30%的Bug</a:t>
            </a:r>
          </a:p>
          <a:p>
            <a:pPr/>
            <a:r>
              <a:t>- **Google**：AI代码审查提高代码质量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How：如何有效使用AI辅助开发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AI辅助开发流程</a:t>
            </a:r>
          </a:p>
          <a:p>
            <a:pPr/>
            <a:r>
              <a:t>1. **明确需求**：清楚描述要实现的功能</a:t>
            </a:r>
          </a:p>
          <a:p>
            <a:pPr/>
            <a:r>
              <a:t>2. **设计提示词**：编写清晰、完整的提示词</a:t>
            </a:r>
          </a:p>
          <a:p>
            <a:pPr/>
            <a:r>
              <a:t>3. **生成代码**：使用AI生成初始代码</a:t>
            </a:r>
          </a:p>
          <a:p>
            <a:pPr/>
            <a:r>
              <a:t>4. **代码审查**：人工审查AI生成的代码</a:t>
            </a:r>
          </a:p>
          <a:p>
            <a:pPr/>
            <a:r>
              <a:t>5. **测试验证**：编写测试用例，验证功能</a:t>
            </a:r>
          </a:p>
          <a:p>
            <a:pPr/>
            <a:r>
              <a:t>6. **迭代优化**：根据反馈优化代码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How：如何有效使用AI辅助开发（续）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提示词工程</a:t>
            </a:r>
          </a:p>
          <a:p>
            <a:pPr/>
            <a:r>
              <a:t>- **清晰性**：明确任务目标，避免歧义</a:t>
            </a:r>
          </a:p>
          <a:p>
            <a:pPr/>
            <a:r>
              <a:t>- **完整性**：提供必要上下文，指定约束条件</a:t>
            </a:r>
          </a:p>
          <a:p>
            <a:pPr/>
            <a:r>
              <a:t>- **结构性**：使用结构化格式，分步骤描述</a:t>
            </a:r>
          </a:p>
          <a:p>
            <a:pPr/>
            <a:r>
              <a:t>- **可迭代性**：便于反馈修正，支持渐进优化</a:t>
            </a:r>
          </a:p>
          <a:p>
            <a:pPr/>
            <a:r>
              <a:t>### 代码审查要点</a:t>
            </a:r>
          </a:p>
          <a:p>
            <a:pPr/>
            <a:r>
              <a:t>- **正确性**：代码是否实现了预期功能</a:t>
            </a:r>
          </a:p>
          <a:p>
            <a:pPr/>
            <a:r>
              <a:t>- **安全性**：是否存在安全漏洞</a:t>
            </a:r>
          </a:p>
          <a:p>
            <a:pPr/>
            <a:r>
              <a:t>- **性能**：是否存在性能问题</a:t>
            </a:r>
          </a:p>
          <a:p>
            <a:pPr/>
            <a:r>
              <a:t>- **可读性**：代码是否易于理解</a:t>
            </a:r>
          </a:p>
          <a:p>
            <a:pPr/>
            <a:r>
              <a:t>- **可维护性**：代码是否易于修改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How：如何有效使用AI辅助开发（续）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AI辅助开发的局限性</a:t>
            </a:r>
          </a:p>
          <a:p>
            <a:pPr/>
            <a:r>
              <a:t>- **上下文窗口限制**：AI无法理解整个大型项目</a:t>
            </a:r>
          </a:p>
          <a:p>
            <a:pPr/>
            <a:r>
              <a:t>- **创造性限制**：AI难以创造全新的解决方案</a:t>
            </a:r>
          </a:p>
          <a:p>
            <a:pPr/>
            <a:r>
              <a:t>- **领域知识限制**：AI缺乏特定领域的专业知识</a:t>
            </a:r>
          </a:p>
          <a:p>
            <a:pPr/>
            <a:r>
              <a:t>- **责任问题**：AI生成的代码需要人工负责</a:t>
            </a:r>
          </a:p>
          <a:p>
            <a:pPr/>
            <a:r>
              <a:t>---</a:t>
            </a:r>
          </a:p>
          <a:p>
            <a:pPr/>
            <a:r>
              <a:t># Part 2: AI辅助实现词法分析器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词法分析原理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词法分析的作用</a:t>
            </a:r>
          </a:p>
          <a:p>
            <a:pPr/>
            <a:r>
              <a:t>将SQL字符串转换为Token流</a:t>
            </a:r>
          </a:p>
          <a:p>
            <a:pPr/>
            <a:r>
              <a:t>### Token类型</a:t>
            </a:r>
          </a:p>
          <a:p>
            <a:pPr/>
            <a:r>
              <a:t>- **关键字**：SELECT, FROM, WHERE, INSERT, UPDATE, DELETE</a:t>
            </a:r>
          </a:p>
          <a:p>
            <a:pPr/>
            <a:r>
              <a:t>- **标识符**：表名、列名</a:t>
            </a:r>
          </a:p>
          <a:p>
            <a:pPr/>
            <a:r>
              <a:t>- **字面量**：字符串、整数、浮点数、布尔值</a:t>
            </a:r>
          </a:p>
          <a:p>
            <a:pPr/>
            <a:r>
              <a:t>- **运算符**：=, &lt;&gt;, &lt;, &gt;, &lt;=, &gt;=, +, -, *, /</a:t>
            </a:r>
          </a:p>
          <a:p>
            <a:pPr/>
            <a:r>
              <a:t>- **分隔符**：, ( ) ; .</a:t>
            </a:r>
          </a:p>
          <a:p>
            <a:pPr/>
            <a:r>
              <a:t>### 正则表达式</a:t>
            </a:r>
          </a:p>
          <a:p>
            <a:pPr/>
            <a:r>
              <a:t>描述Token的模式</a:t>
            </a:r>
          </a:p>
          <a:p>
            <a:pPr/>
            <a:r>
              <a:t>### 有限状态机（FSM）</a:t>
            </a:r>
          </a:p>
          <a:p>
            <a:pPr/>
            <a:r>
              <a:t>实现词法分析器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What：使用AI生成Token定义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提示词设计</a:t>
            </a:r>
          </a:p>
          <a:p>
            <a:pPr/>
            <a:r>
              <a:t>```</a:t>
            </a:r>
          </a:p>
          <a:p>
            <a:pPr/>
            <a:r>
              <a:t>设计一个SQL词法分析器的Token枚举，支持：</a:t>
            </a:r>
          </a:p>
          <a:p>
            <a:pPr/>
            <a:r>
              <a:t>- SQL关键字：SELECT, FROM, WHERE, INSERT, UPDATE, DELETE, CREATE, DROP, TABLE</a:t>
            </a:r>
          </a:p>
          <a:p>
            <a:pPr/>
            <a:r>
              <a:t>- 标识符：表名、列名</a:t>
            </a:r>
          </a:p>
          <a:p>
            <a:pPr/>
            <a:r>
              <a:t>- 字面量：字符串、整数、浮点数、布尔值</a:t>
            </a:r>
          </a:p>
          <a:p>
            <a:pPr/>
            <a:r>
              <a:t>- 运算符：=, &lt;&gt;, &lt;, &gt;, &lt;=, &gt;=, +, -, *, /, AND, OR, NOT</a:t>
            </a:r>
          </a:p>
          <a:p>
            <a:pPr/>
            <a:r>
              <a:t>- 分隔符：, ( ) ; .</a:t>
            </a:r>
          </a:p>
          <a:p>
            <a:pPr/>
            <a:r>
              <a:t>使用Rust枚举实现，包含Debug和Clone trait。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What：使用AI生成Token定义（续）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AI输出</a:t>
            </a:r>
          </a:p>
          <a:p>
            <a:pPr/>
            <a:r>
              <a:t>```rust</a:t>
            </a:r>
          </a:p>
          <a:p>
            <a:pPr/>
            <a:r>
              <a:t>#[derive(Debug, Clone, PartialEq)]</a:t>
            </a:r>
          </a:p>
          <a:p>
            <a:pPr/>
            <a:r>
              <a:t>pub enum Token {</a:t>
            </a:r>
          </a:p>
          <a:p>
            <a:pPr/>
            <a:r>
              <a:t>// 关键字</a:t>
            </a:r>
          </a:p>
          <a:p>
            <a:pPr/>
            <a:r>
              <a:t>Select, From, Where, Insert, Update, Delete,</a:t>
            </a:r>
          </a:p>
          <a:p>
            <a:pPr/>
            <a:r>
              <a:t>Create, Drop, Table,</a:t>
            </a:r>
          </a:p>
          <a:p>
            <a:pPr/>
            <a:r>
              <a:t>// 标识符和字面量</a:t>
            </a:r>
          </a:p>
          <a:p>
            <a:pPr/>
            <a:r>
              <a:t>Identifier(String),</a:t>
            </a:r>
          </a:p>
          <a:p>
            <a:pPr/>
            <a:r>
              <a:t>IntegerLiteral(i64),</a:t>
            </a:r>
          </a:p>
          <a:p>
            <a:pPr/>
            <a:r>
              <a:t>FloatLiteral(f64),</a:t>
            </a:r>
          </a:p>
          <a:p>
            <a:pPr/>
            <a:r>
              <a:t>StringLiteral(String),</a:t>
            </a:r>
          </a:p>
          <a:p>
            <a:pPr/>
            <a:r>
              <a:t>BooleanLiteral(bool),</a:t>
            </a:r>
          </a:p>
          <a:p>
            <a:pPr/>
            <a:r>
              <a:t>// 运算符</a:t>
            </a:r>
          </a:p>
          <a:p>
            <a:pPr/>
            <a:r>
              <a:t>Equal, NotEqual, Less, Greater, LessEqual, GreaterEqual,</a:t>
            </a:r>
          </a:p>
          <a:p>
            <a:pPr/>
            <a:r>
              <a:t>Plus, Minus, Star, Slash,</a:t>
            </a:r>
          </a:p>
          <a:p>
            <a:pPr/>
            <a:r>
              <a:t>And, Or, Not,</a:t>
            </a:r>
          </a:p>
          <a:p>
            <a:pPr/>
            <a:r>
              <a:t>// 分隔符</a:t>
            </a:r>
          </a:p>
          <a:p>
            <a:pPr/>
            <a:r>
              <a:t>Comma, LeftParen, RightParen, Semicolon, Dot,</a:t>
            </a:r>
          </a:p>
          <a:p>
            <a:pPr/>
            <a:r>
              <a:t>// 结束标记</a:t>
            </a:r>
          </a:p>
          <a:p>
            <a:pPr/>
            <a:r>
              <a:t>Eof,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How：使用AI生成词法分析器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提示词设计</a:t>
            </a:r>
          </a:p>
          <a:p>
            <a:pPr/>
            <a:r>
              <a:t>```</a:t>
            </a:r>
          </a:p>
          <a:p>
            <a:pPr/>
            <a:r>
              <a:t>基于以下Token定义，实现一个SQL词法分析器：</a:t>
            </a:r>
          </a:p>
          <a:p>
            <a:pPr/>
            <a:r>
              <a:t>[Token定义代码]</a:t>
            </a:r>
          </a:p>
          <a:p>
            <a:pPr/>
            <a:r>
              <a:t>要求：</a:t>
            </a:r>
          </a:p>
          <a:p>
            <a:pPr/>
            <a:r>
              <a:t>1. 实现Lexer结构体，包含input和position字段</a:t>
            </a:r>
          </a:p>
          <a:p>
            <a:pPr/>
            <a:r>
              <a:t>2. 实现next_token()方法，返回下一个Token</a:t>
            </a:r>
          </a:p>
          <a:p>
            <a:pPr/>
            <a:r>
              <a:t>3. 支持跳过空白字符（空格、制表符、换行）</a:t>
            </a:r>
          </a:p>
          <a:p>
            <a:pPr/>
            <a:r>
              <a:t>4. 支持识别关键字和标识符（区分大小写）</a:t>
            </a:r>
          </a:p>
          <a:p>
            <a:pPr/>
            <a:r>
              <a:t>5. 支持识别整数和浮点数字面量</a:t>
            </a:r>
          </a:p>
          <a:p>
            <a:pPr/>
            <a:r>
              <a:t>6. 支持识别字符串字面量（单引号和双引号）</a:t>
            </a:r>
          </a:p>
          <a:p>
            <a:pPr/>
            <a:r>
              <a:t>7. 支持识别运算符和分隔符</a:t>
            </a:r>
          </a:p>
          <a:p>
            <a:pPr/>
            <a:r>
              <a:t>8. 使用Rust实现，考虑错误处理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How：使用AI生成词法分析器（续）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代码审查要点</a:t>
            </a:r>
          </a:p>
          <a:p>
            <a:pPr/>
            <a:r>
              <a:t>- 检查逻辑是否正确</a:t>
            </a:r>
          </a:p>
          <a:p>
            <a:pPr/>
            <a:r>
              <a:t>- 检查错误处理是否完善</a:t>
            </a:r>
          </a:p>
          <a:p>
            <a:pPr/>
            <a:r>
              <a:t>- 检查边界条件是否处理</a:t>
            </a:r>
          </a:p>
          <a:p>
            <a:pPr/>
            <a:r>
              <a:t>### 测试验证</a:t>
            </a:r>
          </a:p>
          <a:p>
            <a:pPr/>
            <a:r>
              <a:t>```rust</a:t>
            </a:r>
          </a:p>
          <a:p>
            <a:pPr/>
            <a:r>
              <a:t>#[test]</a:t>
            </a:r>
          </a:p>
          <a:p>
            <a:pPr/>
            <a:r>
              <a:t>fn test_lexer_select() {</a:t>
            </a:r>
          </a:p>
          <a:p>
            <a:pPr/>
            <a:r>
              <a:t>let mut lexer = Lexer::new("SELECT * FROM users");</a:t>
            </a:r>
          </a:p>
          <a:p>
            <a:pPr/>
            <a:r>
              <a:t>assert_eq!(lexer.next_token().unwrap(), Token::Select);</a:t>
            </a:r>
          </a:p>
          <a:p>
            <a:pPr/>
            <a:r>
              <a:t>assert_eq!(lexer.next_token().unwrap(), Token::Star);</a:t>
            </a:r>
          </a:p>
          <a:p>
            <a:pPr/>
            <a:r>
              <a:t>assert_eq!(lexer.next_token().unwrap(), Token::From);</a:t>
            </a:r>
          </a:p>
          <a:p>
            <a:pPr/>
            <a:r>
              <a:t>assert_eq!(lexer.next_token().unwrap(), Token::Identifier("users".to_string()));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3: AI辅助实现语法分析器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语法分析原理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语法分析的作用</a:t>
            </a:r>
          </a:p>
          <a:p>
            <a:pPr/>
            <a:r>
              <a:t>将Token流转换为AST</a:t>
            </a:r>
          </a:p>
          <a:p>
            <a:pPr/>
            <a:r>
              <a:t>### 上下文无关文法</a:t>
            </a:r>
          </a:p>
          <a:p>
            <a:pPr/>
            <a:r>
              <a:t>描述SQL语法</a:t>
            </a:r>
          </a:p>
          <a:p>
            <a:pPr/>
            <a:r>
              <a:t>### 抽象语法树（AST）</a:t>
            </a:r>
          </a:p>
          <a:p>
            <a:pPr/>
            <a:r>
              <a:t>表示SQL语句的结构</a:t>
            </a:r>
          </a:p>
          <a:p>
            <a:pPr/>
            <a:r>
              <a:t>### 递归下降解析</a:t>
            </a:r>
          </a:p>
          <a:p>
            <a:pPr/>
            <a:r>
              <a:t>实现语法分析器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What：使用AI生成AST定义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提示词设计</a:t>
            </a:r>
          </a:p>
          <a:p>
            <a:pPr/>
            <a:r>
              <a:t>```</a:t>
            </a:r>
          </a:p>
          <a:p>
            <a:pPr/>
            <a:r>
              <a:t>设计SQL语句的AST节点，支持：</a:t>
            </a:r>
          </a:p>
          <a:p>
            <a:pPr/>
            <a:r>
              <a:t>- SELECT语句：columns（列列表）, from_table（表名）, where_clause（WHERE条件）, limit（限制数量）</a:t>
            </a:r>
          </a:p>
          <a:p>
            <a:pPr/>
            <a:r>
              <a:t>- INSERT语句：table（表名）, columns（列列表）, values（值列表）</a:t>
            </a:r>
          </a:p>
          <a:p>
            <a:pPr/>
            <a:r>
              <a:t>- UPDATE语句：table（表名）, set_clauses（SET子句）, where_clause（WHERE条件）</a:t>
            </a:r>
          </a:p>
          <a:p>
            <a:pPr/>
            <a:r>
              <a:t>- DELETE语句：table（表名）, where_clause（WHERE条件）</a:t>
            </a:r>
          </a:p>
          <a:p>
            <a:pPr/>
            <a:r>
              <a:t>- CREATE TABLE语句：table_name（表名）, columns（列定义列表）</a:t>
            </a:r>
          </a:p>
          <a:p>
            <a:pPr/>
            <a:r>
              <a:t>- DROP TABLE语句：table_name（表名）</a:t>
            </a:r>
          </a:p>
          <a:p>
            <a:pPr/>
            <a:r>
              <a:t>使用Rust结构体和枚举实现，包含Debug和Clone trait。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How：使用AI生成语法分析器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提示词设计</a:t>
            </a:r>
          </a:p>
          <a:p>
            <a:pPr/>
            <a:r>
              <a:t>```</a:t>
            </a:r>
          </a:p>
          <a:p>
            <a:pPr/>
            <a:r>
              <a:t>基于以下Token和AST定义，实现一个SQL语法分析器：</a:t>
            </a:r>
          </a:p>
          <a:p>
            <a:pPr/>
            <a:r>
              <a:t>[Token定义代码]</a:t>
            </a:r>
          </a:p>
          <a:p>
            <a:pPr/>
            <a:r>
              <a:t>[AST定义代码]</a:t>
            </a:r>
          </a:p>
          <a:p>
            <a:pPr/>
            <a:r>
              <a:t>要求：</a:t>
            </a:r>
          </a:p>
          <a:p>
            <a:pPr/>
            <a:r>
              <a:t>1. 实现Parser结构体，包含lexer字段</a:t>
            </a:r>
          </a:p>
          <a:p>
            <a:pPr/>
            <a:r>
              <a:t>2. 实现parse()方法，解析SQL字符串并返回AST</a:t>
            </a:r>
          </a:p>
          <a:p>
            <a:pPr/>
            <a:r>
              <a:t>3. 支持解析SELECT、INSERT、UPDATE、DELETE、CREATE TABLE、DROP TABLE语句</a:t>
            </a:r>
          </a:p>
          <a:p>
            <a:pPr/>
            <a:r>
              <a:t>4. 使用Rust实现，考虑错误处理</a:t>
            </a:r>
          </a:p>
          <a:p>
            <a:pPr/>
            <a:r>
              <a:t>5. 提供清晰的错误信息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How：使用AI生成语法分析器（续）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代码审查要点</a:t>
            </a:r>
          </a:p>
          <a:p>
            <a:pPr/>
            <a:r>
              <a:t>- 检查解析逻辑是否正确</a:t>
            </a:r>
          </a:p>
          <a:p>
            <a:pPr/>
            <a:r>
              <a:t>- 检查错误处理是否完善</a:t>
            </a:r>
          </a:p>
          <a:p>
            <a:pPr/>
            <a:r>
              <a:t>- 检查是否支持所有SQL语句</a:t>
            </a:r>
          </a:p>
          <a:p>
            <a:pPr/>
            <a:r>
              <a:t>### 测试验证</a:t>
            </a:r>
          </a:p>
          <a:p>
            <a:pPr/>
            <a:r>
              <a:t>```rust</a:t>
            </a:r>
          </a:p>
          <a:p>
            <a:pPr/>
            <a:r>
              <a:t>#[test]</a:t>
            </a:r>
          </a:p>
          <a:p>
            <a:pPr/>
            <a:r>
              <a:t>fn test_parser_select() {</a:t>
            </a:r>
          </a:p>
          <a:p>
            <a:pPr/>
            <a:r>
              <a:t>let mut parser = Parser::new("SELECT id, name FROM users WHERE age &gt; 18");</a:t>
            </a:r>
          </a:p>
          <a:p>
            <a:pPr/>
            <a:r>
              <a:t>let stmt = parser.parse().unwrap();</a:t>
            </a:r>
          </a:p>
          <a:p>
            <a:pPr/>
            <a:r>
              <a:t>match stmt {</a:t>
            </a:r>
          </a:p>
          <a:p>
            <a:pPr/>
            <a:r>
              <a:t>Statement::Select(select) =&gt; {</a:t>
            </a:r>
          </a:p>
          <a:p>
            <a:pPr/>
            <a:r>
              <a:t>assert_eq!(select.columns, vec!["id", "name"]);</a:t>
            </a:r>
          </a:p>
          <a:p>
            <a:pPr/>
            <a:r>
              <a:t>assert_eq!(select.from_table, "users");</a:t>
            </a:r>
          </a:p>
          <a:p>
            <a:pPr/>
            <a:r>
              <a:t>}</a:t>
            </a:r>
          </a:p>
          <a:p>
            <a:pPr/>
            <a:r>
              <a:t>_ =&gt; panic!("Expected SELECT statement"),</a:t>
            </a:r>
          </a:p>
          <a:p>
            <a:pPr/>
            <a:r>
              <a:t>}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4: AI辅助实现存储引擎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存储引擎原理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页式存储</a:t>
            </a:r>
          </a:p>
          <a:p>
            <a:pPr/>
            <a:r>
              <a:t>数据以页为单位存储</a:t>
            </a:r>
          </a:p>
          <a:p>
            <a:pPr/>
            <a:r>
              <a:t>### 缓冲池</a:t>
            </a:r>
          </a:p>
          <a:p>
            <a:pPr/>
            <a:r>
              <a:t>管理内存中的页</a:t>
            </a:r>
          </a:p>
          <a:p>
            <a:pPr/>
            <a:r>
              <a:t>### B+树索引</a:t>
            </a:r>
          </a:p>
          <a:p>
            <a:pPr/>
            <a:r>
              <a:t>加速数据查询</a:t>
            </a:r>
          </a:p>
          <a:p>
            <a:pPr/>
            <a:r>
              <a:t>### WAL日志</a:t>
            </a:r>
          </a:p>
          <a:p>
            <a:pPr/>
            <a:r>
              <a:t>保证事务持久性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What：使用AI设计页结构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提示词设计</a:t>
            </a:r>
          </a:p>
          <a:p>
            <a:pPr/>
            <a:r>
              <a:t>```</a:t>
            </a:r>
          </a:p>
          <a:p>
            <a:pPr/>
            <a:r>
              <a:t>设计数据库存储页结构，要求：</a:t>
            </a:r>
          </a:p>
          <a:p>
            <a:pPr/>
            <a:r>
              <a:t>1. 页大小：8KB</a:t>
            </a:r>
          </a:p>
          <a:p>
            <a:pPr/>
            <a:r>
              <a:t>2. 页头：页ID（4字节）、页类型（1字节）、空闲空间指针（2字节）</a:t>
            </a:r>
          </a:p>
          <a:p>
            <a:pPr/>
            <a:r>
              <a:t>3. 数据区：存储实际数据</a:t>
            </a:r>
          </a:p>
          <a:p>
            <a:pPr/>
            <a:r>
              <a:t>4. 方法：read(offset, len)读取数据、write(offset, data)写入数据</a:t>
            </a:r>
          </a:p>
          <a:p>
            <a:pPr/>
            <a:r>
              <a:t>5. 使用Rust实现，考虑内存安全</a:t>
            </a:r>
          </a:p>
          <a:p>
            <a:pPr/>
            <a:r>
              <a:t>6. 支持序列化和反序列化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How：使用AI实现缓冲池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提示词设计</a:t>
            </a:r>
          </a:p>
          <a:p>
            <a:pPr/>
            <a:r>
              <a:t>```</a:t>
            </a:r>
          </a:p>
          <a:p>
            <a:pPr/>
            <a:r>
              <a:t>实现数据库缓冲池管理器，要求：</a:t>
            </a:r>
          </a:p>
          <a:p>
            <a:pPr/>
            <a:r>
              <a:t>1. 容量可配置（默认100页）</a:t>
            </a:r>
          </a:p>
          <a:p>
            <a:pPr/>
            <a:r>
              <a:t>2. 使用LRU置换算法</a:t>
            </a:r>
          </a:p>
          <a:p>
            <a:pPr/>
            <a:r>
              <a:t>3. 支持get(page_id)获取页面</a:t>
            </a:r>
          </a:p>
          <a:p>
            <a:pPr/>
            <a:r>
              <a:t>4. 支持put(page_id, page)插入页面</a:t>
            </a:r>
          </a:p>
          <a:p>
            <a:pPr/>
            <a:r>
              <a:t>5. 支持脏页标记</a:t>
            </a:r>
          </a:p>
          <a:p>
            <a:pPr/>
            <a:r>
              <a:t>6. 支持flush()刷盘所有脏页</a:t>
            </a:r>
          </a:p>
          <a:p>
            <a:pPr/>
            <a:r>
              <a:t>7. 使用Rust实现，考虑线程安全</a:t>
            </a:r>
          </a:p>
          <a:p>
            <a:pPr/>
            <a:r>
              <a:t>8. 使用HashMap和LinkedList实现LRU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How：使用AI实现缓冲池（续）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代码审查要点</a:t>
            </a:r>
          </a:p>
          <a:p>
            <a:pPr/>
            <a:r>
              <a:t>- 检查LRU算法是否正确</a:t>
            </a:r>
          </a:p>
          <a:p>
            <a:pPr/>
            <a:r>
              <a:t>- 检查并发安全是否保证</a:t>
            </a:r>
          </a:p>
          <a:p>
            <a:pPr/>
            <a:r>
              <a:t>- 检查脏页管理是否完善</a:t>
            </a:r>
          </a:p>
          <a:p>
            <a:pPr/>
            <a:r>
              <a:t>### 测试验证</a:t>
            </a:r>
          </a:p>
          <a:p>
            <a:pPr/>
            <a:r>
              <a:t>```rust</a:t>
            </a:r>
          </a:p>
          <a:p>
            <a:pPr/>
            <a:r>
              <a:t>#[test]</a:t>
            </a:r>
          </a:p>
          <a:p>
            <a:pPr/>
            <a:r>
              <a:t>fn test_buffer_pool() {</a:t>
            </a:r>
          </a:p>
          <a:p>
            <a:pPr/>
            <a:r>
              <a:t>let mut pool = BufferPool::new(10);</a:t>
            </a:r>
          </a:p>
          <a:p>
            <a:pPr/>
            <a:r>
              <a:t>let page = Page::new(1);</a:t>
            </a:r>
          </a:p>
          <a:p>
            <a:pPr/>
            <a:r>
              <a:t>pool.put_page(1, page).unwrap();</a:t>
            </a:r>
          </a:p>
          <a:p>
            <a:pPr/>
            <a:r>
              <a:t>let retrieved = pool.get_page(1).unwrap();</a:t>
            </a:r>
          </a:p>
          <a:p>
            <a:pPr/>
            <a:r>
              <a:t>assert_eq!(retrieved.id, 1);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AI辅助开发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**What**：AI辅助开发的定义、阶段、工具</a:t>
            </a:r>
          </a:p>
          <a:p>
            <a:pPr/>
            <a:r>
              <a:t>- **Why**：提高效率、降低门槛、提高质量、加速学习</a:t>
            </a:r>
          </a:p>
          <a:p>
            <a:pPr/>
            <a:r>
              <a:t>- **How**：开发流程、提示词工程、代码审查、局限性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AI辅助实现词法分析器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Token定义</a:t>
            </a:r>
          </a:p>
          <a:p>
            <a:pPr/>
            <a:r>
              <a:t>- Lexer实现</a:t>
            </a:r>
          </a:p>
          <a:p>
            <a:pPr/>
            <a:r>
              <a:t>- 测试验证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AI辅助实现语法分析器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AST定义</a:t>
            </a:r>
          </a:p>
          <a:p>
            <a:pPr/>
            <a:r>
              <a:t>- Parser实现</a:t>
            </a:r>
          </a:p>
          <a:p>
            <a:pPr/>
            <a:r>
              <a:t>- 测试验证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AI辅助实现存储引擎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Page结构</a:t>
            </a:r>
          </a:p>
          <a:p>
            <a:pPr/>
            <a:r>
              <a:t>- BufferPool实现</a:t>
            </a:r>
          </a:p>
          <a:p>
            <a:pPr/>
            <a:r>
              <a:t>- 测试验证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完成词法分析器实现</a:t>
            </a:r>
          </a:p>
          <a:p>
            <a:pPr/>
            <a:r>
              <a:t>2. 完成语法分析器实现</a:t>
            </a:r>
          </a:p>
          <a:p>
            <a:pPr/>
            <a:r>
              <a:t>3. 完成页结构和缓冲池实现</a:t>
            </a:r>
          </a:p>
          <a:p>
            <a:pPr/>
            <a:r>
              <a:t>4. 编写测试用例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测试驱动开发（TDD）</a:t>
            </a:r>
          </a:p>
          <a:p>
            <a:pPr/>
            <a:r>
              <a:t>- Alpha版本验收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下节课：测试驱动开发与Alpha版本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
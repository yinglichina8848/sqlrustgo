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第9</a:t>
            </a:r>
          </a:p>
          <a:p>
            <a:r>
              <a:t>软件治理与分支策略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</a:p>
          <a:p>
            <a:pPr/>
            <a:r>
              <a:t># 课程大纲</a:t>
            </a:r>
          </a:p>
          <a:p>
            <a:pPr/>
            <a:r>
              <a:t>1. **软件治理概述**（25分钟）</a:t>
            </a:r>
          </a:p>
          <a:p>
            <a:pPr/>
            <a:r>
              <a:t>2. **Git分支策略**（20分钟）</a:t>
            </a:r>
          </a:p>
          <a:p>
            <a:pPr/>
            <a:r>
              <a:t>3. **分支保护与代码审核**（20分钟）</a:t>
            </a:r>
          </a:p>
          <a:p>
            <a:pPr/>
            <a:r>
              <a:t>4. **实践练习**（15分钟）</a:t>
            </a:r>
          </a:p>
          <a:p>
            <a:pPr/>
            <a:r>
              <a:t>---</a:t>
            </a:r>
          </a:p>
          <a:p>
            <a:pPr/>
            <a:r>
              <a:t># Part 1: 软件治理概述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What：什么是软件治理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定义</a:t>
            </a:r>
          </a:p>
          <a:p>
            <a:pPr/>
            <a:r>
              <a:t>用规则和流程约束软件开发过程</a:t>
            </a:r>
          </a:p>
          <a:p>
            <a:pPr/>
            <a:r>
              <a:t>### 治理层次</a:t>
            </a:r>
          </a:p>
          <a:p>
            <a:pPr/>
            <a:r>
              <a:t>- **代码治理**：代码规范、代码审核</a:t>
            </a:r>
          </a:p>
          <a:p>
            <a:pPr/>
            <a:r>
              <a:t>- **流程治理**：分支策略、发布流程</a:t>
            </a:r>
          </a:p>
          <a:p>
            <a:pPr/>
            <a:r>
              <a:t>- **质量治理**：质量门禁、测试覆盖率</a:t>
            </a:r>
          </a:p>
          <a:p>
            <a:pPr/>
            <a:r>
              <a:t>- **安全治理**：安全扫描、漏洞管理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What：什么是软件治理（续）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治理范围</a:t>
            </a:r>
          </a:p>
          <a:p>
            <a:pPr/>
            <a:r>
              <a:t>- **开发阶段**：编码规范、代码审核</a:t>
            </a:r>
          </a:p>
          <a:p>
            <a:pPr/>
            <a:r>
              <a:t>- **测试阶段**：测试策略、质量门禁</a:t>
            </a:r>
          </a:p>
          <a:p>
            <a:pPr/>
            <a:r>
              <a:t>- **发布阶段**：发布流程、版本管理</a:t>
            </a:r>
          </a:p>
          <a:p>
            <a:pPr/>
            <a:r>
              <a:t>- **运维阶段**：监控告警、问题处理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Why：为什么需要软件治理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规模化挑战</a:t>
            </a:r>
          </a:p>
          <a:p>
            <a:pPr/>
            <a:r>
              <a:t>- 代码规模增长：1K → 100K → 1M+ lines</a:t>
            </a:r>
          </a:p>
          <a:p>
            <a:pPr/>
            <a:r>
              <a:t>- 团队规模增长：1人 → 10人 → 100人</a:t>
            </a:r>
          </a:p>
          <a:p>
            <a:pPr/>
            <a:r>
              <a:t>- 复杂度指数级增长</a:t>
            </a:r>
          </a:p>
          <a:p>
            <a:pPr/>
            <a:r>
              <a:t>### 质量保证</a:t>
            </a:r>
          </a:p>
          <a:p>
            <a:pPr/>
            <a:r>
              <a:t>- 防止代码腐烂</a:t>
            </a:r>
          </a:p>
          <a:p>
            <a:pPr/>
            <a:r>
              <a:t>- 保证代码一致性</a:t>
            </a:r>
          </a:p>
          <a:p>
            <a:pPr/>
            <a:r>
              <a:t>- 降低维护成本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Why：为什么需要软件治理（续）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风险控制</a:t>
            </a:r>
          </a:p>
          <a:p>
            <a:pPr/>
            <a:r>
              <a:t>- 防止破坏性变更</a:t>
            </a:r>
          </a:p>
          <a:p>
            <a:pPr/>
            <a:r>
              <a:t>- 保证发布质量</a:t>
            </a:r>
          </a:p>
          <a:p>
            <a:pPr/>
            <a:r>
              <a:t>- 快速回滚能力</a:t>
            </a:r>
          </a:p>
          <a:p>
            <a:pPr/>
            <a:r>
              <a:t>### 效率提升</a:t>
            </a:r>
          </a:p>
          <a:p>
            <a:pPr/>
            <a:r>
              <a:t>- 减少重复工作</a:t>
            </a:r>
          </a:p>
          <a:p>
            <a:pPr/>
            <a:r>
              <a:t>- 提高协作效率</a:t>
            </a:r>
          </a:p>
          <a:p>
            <a:pPr/>
            <a:r>
              <a:t>- 加速开发迭代</a:t>
            </a:r>
          </a:p>
          <a:p>
            <a:pPr/>
            <a:r>
              <a:t>### 业界案例</a:t>
            </a:r>
          </a:p>
          <a:p>
            <a:pPr/>
            <a:r>
              <a:t>- **Google**：代码审查制度</a:t>
            </a:r>
          </a:p>
          <a:p>
            <a:pPr/>
            <a:r>
              <a:t>- **Microsoft**：分支保护策略</a:t>
            </a:r>
          </a:p>
          <a:p>
            <a:pPr/>
            <a:r>
              <a:t>- **Amazon**：质量门禁体系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How：如何实施软件治理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治理框架</a:t>
            </a:r>
          </a:p>
          <a:p>
            <a:pPr/>
            <a:r>
              <a:t>1. **制定规则**：编码规范、流程规范</a:t>
            </a:r>
          </a:p>
          <a:p>
            <a:pPr/>
            <a:r>
              <a:t>2. **建立流程**：开发流程、审核流程、发布流程</a:t>
            </a:r>
          </a:p>
          <a:p>
            <a:pPr/>
            <a:r>
              <a:t>3. **配置工具**：Git保护、CI/CD、自动化检查</a:t>
            </a:r>
          </a:p>
          <a:p>
            <a:pPr/>
            <a:r>
              <a:t>4. **持续改进**：定期评估、优化流程</a:t>
            </a:r>
          </a:p>
          <a:p>
            <a:pPr/>
            <a:r>
              <a:t>### 治理工具链</a:t>
            </a:r>
          </a:p>
          <a:p>
            <a:pPr/>
            <a:r>
              <a:t>- **代码规范**：ESLint、Prettier、Rustfmt</a:t>
            </a:r>
          </a:p>
          <a:p>
            <a:pPr/>
            <a:r>
              <a:t>- **代码审核**：GitHub PR、Gerrit</a:t>
            </a:r>
          </a:p>
          <a:p>
            <a:pPr/>
            <a:r>
              <a:t>- **质量门禁**：CI/CD、SonarQube</a:t>
            </a:r>
          </a:p>
          <a:p>
            <a:pPr/>
            <a:r>
              <a:t>- **安全扫描**：Dependabot、Snyk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How：如何实施软件治理（续）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治理实践</a:t>
            </a:r>
          </a:p>
          <a:p>
            <a:pPr/>
            <a:r>
              <a:t>- **从小到大**：先小团队试点，再全面推广</a:t>
            </a:r>
          </a:p>
          <a:p>
            <a:pPr/>
            <a:r>
              <a:t>- **从松到严**：先宽松规则，逐步收紧</a:t>
            </a:r>
          </a:p>
          <a:p>
            <a:pPr/>
            <a:r>
              <a:t>- **持续优化**：根据实际情况调整规则</a:t>
            </a:r>
          </a:p>
          <a:p>
            <a:pPr/>
            <a:r>
              <a:t>### SQLRustGo治理实践</a:t>
            </a:r>
          </a:p>
          <a:p>
            <a:pPr/>
            <a:r>
              <a:t>- **代码规范**：Rust官方规范 + 项目自定义规范</a:t>
            </a:r>
          </a:p>
          <a:p>
            <a:pPr/>
            <a:r>
              <a:t>- **流程规范**：分支策略 + PR流程 + 发布流程</a:t>
            </a:r>
          </a:p>
          <a:p>
            <a:pPr/>
            <a:r>
              <a:t>- **质量门禁**：CI检查 + 测试覆盖率 + 代码审查</a:t>
            </a:r>
          </a:p>
          <a:p>
            <a:pPr/>
            <a:r>
              <a:t>- **安全治理**：依赖扫描 + 代码扫描 + 定期审计</a:t>
            </a:r>
          </a:p>
          <a:p>
            <a:pPr/>
            <a:r>
              <a:t>---</a:t>
            </a:r>
          </a:p>
          <a:p>
            <a:pPr/>
            <a:r>
              <a:t># Part 2: Git分支策略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What：什么是分支策略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定义</a:t>
            </a:r>
          </a:p>
          <a:p>
            <a:pPr/>
            <a:r>
              <a:t>管理代码分支创建、合并、删除的规则和流程</a:t>
            </a:r>
          </a:p>
          <a:p>
            <a:pPr/>
            <a:r>
              <a:t>### 分支策略的作用</a:t>
            </a:r>
          </a:p>
          <a:p>
            <a:pPr/>
            <a:r>
              <a:t>- **并行开发**：多人同时开发不同功能</a:t>
            </a:r>
          </a:p>
          <a:p>
            <a:pPr/>
            <a:r>
              <a:t>- **隔离风险**：功能开发不影响主分支</a:t>
            </a:r>
          </a:p>
          <a:p>
            <a:pPr/>
            <a:r>
              <a:t>- **版本管理**：清晰追踪每个版本的变更</a:t>
            </a:r>
          </a:p>
          <a:p>
            <a:pPr/>
            <a:r>
              <a:t>- **发布控制**：控制发布节奏和质量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Why：为什么需要分支策略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协作需求</a:t>
            </a:r>
          </a:p>
          <a:p>
            <a:pPr/>
            <a:r>
              <a:t>- 多人同时开发需要隔离</a:t>
            </a:r>
          </a:p>
          <a:p>
            <a:pPr/>
            <a:r>
              <a:t>- 避免代码冲突</a:t>
            </a:r>
          </a:p>
          <a:p>
            <a:pPr/>
            <a:r>
              <a:t>- 提高开发效率</a:t>
            </a:r>
          </a:p>
          <a:p>
            <a:pPr/>
            <a:r>
              <a:t>### 质量控制</a:t>
            </a:r>
          </a:p>
          <a:p>
            <a:pPr/>
            <a:r>
              <a:t>- 主分支保持稳定</a:t>
            </a:r>
          </a:p>
          <a:p>
            <a:pPr/>
            <a:r>
              <a:t>- 功能开发不影响主分支</a:t>
            </a:r>
          </a:p>
          <a:p>
            <a:pPr/>
            <a:r>
              <a:t>- 发布版本可追溯</a:t>
            </a:r>
          </a:p>
          <a:p>
            <a:pPr/>
            <a:r>
              <a:t>### 风险管理</a:t>
            </a:r>
          </a:p>
          <a:p>
            <a:pPr/>
            <a:r>
              <a:t>- 功能失败不影响其他功能</a:t>
            </a:r>
          </a:p>
          <a:p>
            <a:pPr/>
            <a:r>
              <a:t>- 快速回滚到稳定版本</a:t>
            </a:r>
          </a:p>
          <a:p>
            <a:pPr/>
            <a:r>
              <a:t>- A/B测试、灰度发布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How：常见分支策略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Git Flow</a:t>
            </a:r>
          </a:p>
          <a:p>
            <a:pPr/>
            <a:r>
              <a:t>```</a:t>
            </a:r>
          </a:p>
          <a:p>
            <a:pPr/>
            <a:r>
              <a:t>master ────●────●────●────●────&gt;</a:t>
            </a:r>
          </a:p>
          <a:p>
            <a:pPr/>
            <a:r>
              <a:t>│         │</a:t>
            </a:r>
          </a:p>
          <a:p>
            <a:pPr/>
            <a:r>
              <a:t>release ───●─────────●</a:t>
            </a:r>
          </a:p>
          <a:p>
            <a:pPr/>
            <a:r>
              <a:t>│         │</a:t>
            </a:r>
          </a:p>
          <a:p>
            <a:pPr/>
            <a:r>
              <a:t>develop ───●────●────●────●────&gt;</a:t>
            </a:r>
          </a:p>
          <a:p>
            <a:pPr/>
            <a:r>
              <a:t>│    │    │</a:t>
            </a:r>
          </a:p>
          <a:p>
            <a:pPr/>
            <a:r>
              <a:t>feature ───●────●    │</a:t>
            </a:r>
          </a:p>
          <a:p>
            <a:pPr/>
            <a:r>
              <a:t>│    │</a:t>
            </a:r>
          </a:p>
          <a:p>
            <a:pPr/>
            <a:r>
              <a:t>hotfix ─────────●────●</a:t>
            </a:r>
          </a:p>
          <a:p>
            <a:pPr/>
            <a:r>
              <a:t>```</a:t>
            </a:r>
          </a:p>
          <a:p>
            <a:pPr/>
            <a:r>
              <a:t>**适用场景**：有明确发布周期的项目</a:t>
            </a:r>
          </a:p>
          <a:p>
            <a:pPr/>
            <a:r>
              <a:t>**优点**：结构清晰，职责分明</a:t>
            </a:r>
          </a:p>
          <a:p>
            <a:pPr/>
            <a:r>
              <a:t>**缺点**：流程复杂，分支管理成本高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How：常见分支策略（续）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GitHub Flow</a:t>
            </a:r>
          </a:p>
          <a:p>
            <a:pPr/>
            <a:r>
              <a:t>```</a:t>
            </a:r>
          </a:p>
          <a:p>
            <a:pPr/>
            <a:r>
              <a:t>main ──────●────●────●────●────&gt;</a:t>
            </a:r>
          </a:p>
          <a:p>
            <a:pPr/>
            <a:r>
              <a:t>│    │</a:t>
            </a:r>
          </a:p>
          <a:p>
            <a:pPr/>
            <a:r>
              <a:t>feature ───●────●</a:t>
            </a:r>
          </a:p>
          <a:p>
            <a:pPr/>
            <a:r>
              <a:t>```</a:t>
            </a:r>
          </a:p>
          <a:p>
            <a:pPr/>
            <a:r>
              <a:t>**适用场景**：持续部署的项目</a:t>
            </a:r>
          </a:p>
          <a:p>
            <a:pPr/>
            <a:r>
              <a:t>**优点**：简单易用，适合快速迭代</a:t>
            </a:r>
          </a:p>
          <a:p>
            <a:pPr/>
            <a:r>
              <a:t>**缺点**：不适合多版本并行维护</a:t>
            </a:r>
          </a:p>
          <a:p>
            <a:pPr/>
            <a:r>
              <a:t>### Trunk Based Development</a:t>
            </a:r>
          </a:p>
          <a:p>
            <a:pPr/>
            <a:r>
              <a:t>```</a:t>
            </a:r>
          </a:p>
          <a:p>
            <a:pPr/>
            <a:r>
              <a:t>main ──────●────●────●────●────&gt;</a:t>
            </a:r>
          </a:p>
          <a:p>
            <a:pPr/>
            <a:r>
              <a:t>│    │    │</a:t>
            </a:r>
          </a:p>
          <a:p>
            <a:pPr/>
            <a:r>
              <a:t>feature ───●────●────●</a:t>
            </a:r>
          </a:p>
          <a:p>
            <a:pPr/>
            <a:r>
              <a:t>```</a:t>
            </a:r>
          </a:p>
          <a:p>
            <a:pPr/>
            <a:r>
              <a:t>**适用场景**：高度自动化的团队</a:t>
            </a:r>
          </a:p>
          <a:p>
            <a:pPr/>
            <a:r>
              <a:t>**优点**：减少合并冲突，加快开发速度</a:t>
            </a:r>
          </a:p>
          <a:p>
            <a:pPr/>
            <a:r>
              <a:t>**缺点**：需要强大的自动化测试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 SQLRustGo分支策略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分支类型</a:t>
            </a:r>
          </a:p>
          <a:p>
            <a:pPr/>
            <a:r>
              <a:t>- **main**：主分支，保持稳定</a:t>
            </a:r>
          </a:p>
          <a:p>
            <a:pPr/>
            <a:r>
              <a:t>- **develop**：开发分支，集成新功能</a:t>
            </a:r>
          </a:p>
          <a:p>
            <a:pPr/>
            <a:r>
              <a:t>- **feature/\***：功能分支，开发新功能</a:t>
            </a:r>
          </a:p>
          <a:p>
            <a:pPr/>
            <a:r>
              <a:t>- **release/\***：发布分支，准备发布</a:t>
            </a:r>
          </a:p>
          <a:p>
            <a:pPr/>
            <a:r>
              <a:t>- **hotfix/\***：修复分支，紧急修复</a:t>
            </a:r>
          </a:p>
          <a:p>
            <a:pPr/>
            <a:r>
              <a:t>### 分支命名规范</a:t>
            </a:r>
          </a:p>
          <a:p>
            <a:pPr/>
            <a:r>
              <a:t>```</a:t>
            </a:r>
          </a:p>
          <a:p>
            <a:pPr/>
            <a:r>
              <a:t>feature/add-join-support</a:t>
            </a:r>
          </a:p>
          <a:p>
            <a:pPr/>
            <a:r>
              <a:t>feature/improve-query-optimizer</a:t>
            </a:r>
          </a:p>
          <a:p>
            <a:pPr/>
            <a:r>
              <a:t>release/v1.0.0</a:t>
            </a:r>
          </a:p>
          <a:p>
            <a:pPr/>
            <a:r>
              <a:t>hotfix/fix-buffer-pool-leak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  <a:p>
            <a:pPr/>
            <a:r>
              <a:t># Part 3: 分支保护与代码审核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分支保护规则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主分支保护</a:t>
            </a:r>
          </a:p>
          <a:p>
            <a:pPr/>
            <a:r>
              <a:t>- ✅ 禁止直接推送</a:t>
            </a:r>
          </a:p>
          <a:p>
            <a:pPr/>
            <a:r>
              <a:t>- ✅ 必须通过PR合并</a:t>
            </a:r>
          </a:p>
          <a:p>
            <a:pPr/>
            <a:r>
              <a:t>- ✅ 需要代码审查批准</a:t>
            </a:r>
          </a:p>
          <a:p>
            <a:pPr/>
            <a:r>
              <a:t>- ✅ 需要通过CI检查</a:t>
            </a:r>
          </a:p>
          <a:p>
            <a:pPr/>
            <a:r>
              <a:t>### GitHub分支保护配置</a:t>
            </a:r>
          </a:p>
          <a:p>
            <a:pPr/>
            <a:r>
              <a:t>```</a:t>
            </a:r>
          </a:p>
          <a:p>
            <a:pPr/>
            <a:r>
              <a:t>Settings → Branches → Add rule</a:t>
            </a:r>
          </a:p>
          <a:p>
            <a:pPr/>
            <a:r>
              <a:t>- Branch name pattern: main</a:t>
            </a:r>
          </a:p>
          <a:p>
            <a:pPr/>
            <a:r>
              <a:t>- Require pull request reviews before merging</a:t>
            </a:r>
          </a:p>
          <a:p>
            <a:pPr/>
            <a:r>
              <a:t>- Require status checks to pass before merging</a:t>
            </a:r>
          </a:p>
          <a:p>
            <a:pPr/>
            <a:r>
              <a:t>- Require branches to be up to date before merging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代码审核流程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Pull Request流程</a:t>
            </a:r>
          </a:p>
          <a:p>
            <a:pPr/>
            <a:r>
              <a:t>```</a:t>
            </a:r>
          </a:p>
          <a:p>
            <a:pPr/>
            <a:r>
              <a:t>1. 创建功能分支</a:t>
            </a:r>
          </a:p>
          <a:p>
            <a:pPr/>
            <a:r>
              <a:t>2. 编写代码和测试</a:t>
            </a:r>
          </a:p>
          <a:p>
            <a:pPr/>
            <a:r>
              <a:t>3. 提交Pull Request</a:t>
            </a:r>
          </a:p>
          <a:p>
            <a:pPr/>
            <a:r>
              <a:t>4. 代码审核</a:t>
            </a:r>
          </a:p>
          <a:p>
            <a:pPr/>
            <a:r>
              <a:t>5. 修改代码（如需要）</a:t>
            </a:r>
          </a:p>
          <a:p>
            <a:pPr/>
            <a:r>
              <a:t>6. 审核通过</a:t>
            </a:r>
          </a:p>
          <a:p>
            <a:pPr/>
            <a:r>
              <a:t>7. 合并到主分支</a:t>
            </a:r>
          </a:p>
          <a:p>
            <a:pPr/>
            <a:r>
              <a:t>```</a:t>
            </a:r>
          </a:p>
          <a:p>
            <a:pPr/>
            <a:r>
              <a:t>### 代码审核要点</a:t>
            </a:r>
          </a:p>
          <a:p>
            <a:pPr/>
            <a:r>
              <a:t>- **功能正确性**：代码是否实现了预期功能</a:t>
            </a:r>
          </a:p>
          <a:p>
            <a:pPr/>
            <a:r>
              <a:t>- **代码质量**：代码是否清晰、规范</a:t>
            </a:r>
          </a:p>
          <a:p>
            <a:pPr/>
            <a:r>
              <a:t>- **测试覆盖**：是否有足够的测试</a:t>
            </a:r>
          </a:p>
          <a:p>
            <a:pPr/>
            <a:r>
              <a:t>- **文档完整**：是否更新了文档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代码审核实践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审核者职责</a:t>
            </a:r>
          </a:p>
          <a:p>
            <a:pPr/>
            <a:r>
              <a:t>- 检查代码质量</a:t>
            </a:r>
          </a:p>
          <a:p>
            <a:pPr/>
            <a:r>
              <a:t>- 提出改进建议</a:t>
            </a:r>
          </a:p>
          <a:p>
            <a:pPr/>
            <a:r>
              <a:t>- 确保符合规范</a:t>
            </a:r>
          </a:p>
          <a:p>
            <a:pPr/>
            <a:r>
              <a:t>- 批准或拒绝PR</a:t>
            </a:r>
          </a:p>
          <a:p>
            <a:pPr/>
            <a:r>
              <a:t>### 提交者职责</a:t>
            </a:r>
          </a:p>
          <a:p>
            <a:pPr/>
            <a:r>
              <a:t>- 编写清晰的PR描述</a:t>
            </a:r>
          </a:p>
          <a:p>
            <a:pPr/>
            <a:r>
              <a:t>- 提供必要的上下文</a:t>
            </a:r>
          </a:p>
          <a:p>
            <a:pPr/>
            <a:r>
              <a:t>- 及时响应审核意见</a:t>
            </a:r>
          </a:p>
          <a:p>
            <a:pPr/>
            <a:r>
              <a:t>- 修改代码直到审核通过</a:t>
            </a:r>
          </a:p>
          <a:p>
            <a:pPr/>
            <a:r>
              <a:t>### 审核工具</a:t>
            </a:r>
          </a:p>
          <a:p>
            <a:pPr/>
            <a:r>
              <a:t>- **GitHub PR Review**</a:t>
            </a:r>
          </a:p>
          <a:p>
            <a:pPr/>
            <a:r>
              <a:t>- **Gerrit**</a:t>
            </a:r>
          </a:p>
          <a:p>
            <a:pPr/>
            <a:r>
              <a:t>- **Phabricator**</a:t>
            </a:r>
          </a:p>
          <a:p>
            <a:pPr/>
            <a:r>
              <a:t>---</a:t>
            </a:r>
          </a:p>
          <a:p>
            <a:pPr/>
            <a:r>
              <a:t># Part 4: 实践练习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创建功能分支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```bash</a:t>
            </a:r>
          </a:p>
          <a:p>
            <a:pPr/>
            <a:r>
              <a:t># 创建并切换到功能分支</a:t>
            </a:r>
          </a:p>
          <a:p>
            <a:pPr/>
            <a:r>
              <a:t>git checkout -b feature/add-join-support</a:t>
            </a:r>
          </a:p>
          <a:p>
            <a:pPr/>
            <a:r>
              <a:t># 编写代码</a:t>
            </a:r>
          </a:p>
          <a:p>
            <a:pPr/>
            <a:r>
              <a:t># ...</a:t>
            </a:r>
          </a:p>
          <a:p>
            <a:pPr/>
            <a:r>
              <a:t># 提交代码</a:t>
            </a:r>
          </a:p>
          <a:p>
            <a:pPr/>
            <a:r>
              <a:t>git add .</a:t>
            </a:r>
          </a:p>
          <a:p>
            <a:pPr/>
            <a:r>
              <a:t>git commit -m "feat: add JOIN support"</a:t>
            </a:r>
          </a:p>
          <a:p>
            <a:pPr/>
            <a:r>
              <a:t># 推送到远程</a:t>
            </a:r>
          </a:p>
          <a:p>
            <a:pPr/>
            <a:r>
              <a:t>git push origin feature/add-join-support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创建Pull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PR标题规范</a:t>
            </a:r>
          </a:p>
          <a:p>
            <a:pPr/>
            <a:r>
              <a:t>```</a:t>
            </a:r>
          </a:p>
          <a:p>
            <a:pPr/>
            <a:r>
              <a:t>feat: add JOIN support</a:t>
            </a:r>
          </a:p>
          <a:p>
            <a:pPr/>
            <a:r>
              <a:t>fix: fix buffer pool memory leak</a:t>
            </a:r>
          </a:p>
          <a:p>
            <a:pPr/>
            <a:r>
              <a:t>docs: update README</a:t>
            </a:r>
          </a:p>
          <a:p>
            <a:pPr/>
            <a:r>
              <a:t>refactor: improve query optimizer</a:t>
            </a:r>
          </a:p>
          <a:p>
            <a:pPr/>
            <a:r>
              <a:t>test: add unit tests for lexer</a:t>
            </a:r>
          </a:p>
          <a:p>
            <a:pPr/>
            <a:r>
              <a:t>```</a:t>
            </a:r>
          </a:p>
          <a:p>
            <a:pPr/>
            <a:r>
              <a:t>### PR描述模板</a:t>
            </a:r>
          </a:p>
          <a:p>
            <a:pPr/>
            <a:r>
              <a:t>```markdown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变更类型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[ ] 新功能</a:t>
            </a:r>
          </a:p>
          <a:p>
            <a:pPr/>
            <a:r>
              <a:t>- [ ] Bug修复</a:t>
            </a:r>
          </a:p>
          <a:p>
            <a:pPr/>
            <a:r>
              <a:t>- [ ] 重构</a:t>
            </a:r>
          </a:p>
          <a:p>
            <a:pPr/>
            <a:r>
              <a:t>- [ ] 文档更新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变更说明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简要描述本次变更的内容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测试说明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描述如何测试本次变更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相关Issue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Closes #123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代码审核实践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审核检查清单</a:t>
            </a:r>
          </a:p>
          <a:p>
            <a:pPr/>
            <a:r>
              <a:t>- [ ] 代码是否实现了预期功能</a:t>
            </a:r>
          </a:p>
          <a:p>
            <a:pPr/>
            <a:r>
              <a:t>- [ ] 代码是否清晰易读</a:t>
            </a:r>
          </a:p>
          <a:p>
            <a:pPr/>
            <a:r>
              <a:t>- [ ] 是否有足够的测试</a:t>
            </a:r>
          </a:p>
          <a:p>
            <a:pPr/>
            <a:r>
              <a:t>- [ ] 是否更新了文档</a:t>
            </a:r>
          </a:p>
          <a:p>
            <a:pPr/>
            <a:r>
              <a:t>- [ ] 是否符合编码规范</a:t>
            </a:r>
          </a:p>
          <a:p>
            <a:pPr/>
            <a:r>
              <a:t>- [ ] 是否有安全风险</a:t>
            </a:r>
          </a:p>
          <a:p>
            <a:pPr/>
            <a:r>
              <a:t>---</a:t>
            </a:r>
          </a:p>
          <a:p>
            <a:pPr/>
            <a:r>
              <a:t># 核心知识点总结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软件治理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**What**：用规则和流程约束软件开发过程</a:t>
            </a:r>
          </a:p>
          <a:p>
            <a:pPr/>
            <a:r>
              <a:t>- **Why**：规模化挑战、质量保证、风险控制、效率提升</a:t>
            </a:r>
          </a:p>
          <a:p>
            <a:pPr/>
            <a:r>
              <a:t>- **How**：治理框架、治理工具链、治理实践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Git分支策略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**Git Flow**：适合有明确发布周期的项目</a:t>
            </a:r>
          </a:p>
          <a:p>
            <a:pPr/>
            <a:r>
              <a:t>- **GitHub Flow**：适合持续部署的项目</a:t>
            </a:r>
          </a:p>
          <a:p>
            <a:pPr/>
            <a:r>
              <a:t>- **SQLRustGo分支策略**：main/develop/feature/release/hotfix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分支保护与代码审核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**分支保护规则**：禁止直接推送、需要PR、需要审核</a:t>
            </a:r>
          </a:p>
          <a:p>
            <a:pPr/>
            <a:r>
              <a:t>- **代码审核流程**：创建PR → 审核 → 修改 → 合并</a:t>
            </a:r>
          </a:p>
          <a:p>
            <a:pPr/>
            <a:r>
              <a:t>- **审核要点**：功能正确性、代码质量、测试覆盖、文档完整</a:t>
            </a:r>
          </a:p>
          <a:p>
            <a:pPr/>
            <a:r>
              <a:t>---</a:t>
            </a:r>
          </a:p>
          <a:p>
            <a:pPr/>
            <a:r>
              <a:t># 课后作业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创建功能分支，实现一个小功能</a:t>
            </a:r>
          </a:p>
          <a:p>
            <a:pPr/>
            <a:r>
              <a:t>2. 提交Pull Request</a:t>
            </a:r>
          </a:p>
          <a:p>
            <a:pPr/>
            <a:r>
              <a:t>3. 参与代码审核（审核他人的PR）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预习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PR工作流与项目成熟度评估</a:t>
            </a:r>
          </a:p>
          <a:p>
            <a:pPr/>
            <a:r>
              <a:t>- v2.0功能规划</a:t>
            </a:r>
          </a:p>
          <a:p>
            <a:pPr/>
            <a:r>
              <a:t>---</a:t>
            </a:r>
          </a:p>
          <a:p>
            <a:pPr/>
            <a:r>
              <a:t>&lt;!-- _class: lead --&gt;</a:t>
            </a:r>
          </a:p>
          <a:p>
            <a:pPr/>
            <a:r>
              <a:t># 谢谢！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下节课：PR工作流与项目成熟度评估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
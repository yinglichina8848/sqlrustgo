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第8</a:t>
            </a:r>
          </a:p>
          <a:p>
            <a:r>
              <a:t>测试驱动开发与Alpha版本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**测试驱动开发（TDD）**（25分钟）</a:t>
            </a:r>
          </a:p>
          <a:p>
            <a:pPr/>
            <a:r>
              <a:t>2. **AI辅助测试生成**（25分钟）</a:t>
            </a:r>
          </a:p>
          <a:p>
            <a:pPr/>
            <a:r>
              <a:t>3. **Rust测试框架**（20分钟）</a:t>
            </a:r>
          </a:p>
          <a:p>
            <a:pPr/>
            <a:r>
              <a:t>4. **Alpha版本验收**（20分钟）</a:t>
            </a:r>
          </a:p>
          <a:p>
            <a:pPr/>
            <a:r>
              <a:t>---</a:t>
            </a:r>
          </a:p>
          <a:p>
            <a:pPr/>
            <a:r>
              <a:t># Part 1: 测试驱动开发（TDD）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TDD的核心思想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测试先行</a:t>
            </a:r>
          </a:p>
          <a:p>
            <a:pPr/>
            <a:r>
              <a:t>- 先写测试，再写代码</a:t>
            </a:r>
          </a:p>
          <a:p>
            <a:pPr/>
            <a:r>
              <a:t>- 测试定义了代码的预期行为</a:t>
            </a:r>
          </a:p>
          <a:p>
            <a:pPr/>
            <a:r>
              <a:t>### 快速反馈</a:t>
            </a:r>
          </a:p>
          <a:p>
            <a:pPr/>
            <a:r>
              <a:t>- 测试立即反馈代码是否正确</a:t>
            </a:r>
          </a:p>
          <a:p>
            <a:pPr/>
            <a:r>
              <a:t>- 快速发现和修复问题</a:t>
            </a:r>
          </a:p>
          <a:p>
            <a:pPr/>
            <a:r>
              <a:t>### 持续重构</a:t>
            </a:r>
          </a:p>
          <a:p>
            <a:pPr/>
            <a:r>
              <a:t>- 在测试保护下重构代码</a:t>
            </a:r>
          </a:p>
          <a:p>
            <a:pPr/>
            <a:r>
              <a:t>- 保证重构不破坏现有功能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Red-Green-Refactor循环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                              │</a:t>
            </a:r>
          </a:p>
          <a:p>
            <a:pPr/>
            <a:r>
              <a:t>│   Red ──&gt; Green ──&gt; Refactor ──&gt; Red                │</a:t>
            </a:r>
          </a:p>
          <a:p>
            <a:pPr/>
            <a:r>
              <a:t>│    │        │           │          │                 │</a:t>
            </a:r>
          </a:p>
          <a:p>
            <a:pPr/>
            <a:r>
              <a:t>│    │        │           │          │                 │</a:t>
            </a:r>
          </a:p>
          <a:p>
            <a:pPr/>
            <a:r>
              <a:t>│    ▼        ▼           ▼          ▼                 │</a:t>
            </a:r>
          </a:p>
          <a:p>
            <a:pPr/>
            <a:r>
              <a:t>│ 编写失败  编写最少   重构代码   编写新测试            │</a:t>
            </a:r>
          </a:p>
          <a:p>
            <a:pPr/>
            <a:r>
              <a:t>│ 的测试    代码通过                                        │</a:t>
            </a:r>
          </a:p>
          <a:p>
            <a:pPr/>
            <a:r>
              <a:t>│                        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### Red：编写失败的测试</a:t>
            </a:r>
          </a:p>
          <a:p>
            <a:pPr/>
            <a:r>
              <a:t>- 测试描述预期行为</a:t>
            </a:r>
          </a:p>
          <a:p>
            <a:pPr/>
            <a:r>
              <a:t>- 测试应该失败</a:t>
            </a:r>
          </a:p>
          <a:p>
            <a:pPr/>
            <a:r>
              <a:t>### Green：编写最少代码使测试通过</a:t>
            </a:r>
          </a:p>
          <a:p>
            <a:pPr/>
            <a:r>
              <a:t>- 只编写必要的代码</a:t>
            </a:r>
          </a:p>
          <a:p>
            <a:pPr/>
            <a:r>
              <a:t>- 不需要完美，只需通过测试</a:t>
            </a:r>
          </a:p>
          <a:p>
            <a:pPr/>
            <a:r>
              <a:t>### Refactor：重构代码</a:t>
            </a:r>
          </a:p>
          <a:p>
            <a:pPr/>
            <a:r>
              <a:t>- 在测试保护下优化代码</a:t>
            </a:r>
          </a:p>
          <a:p>
            <a:pPr/>
            <a:r>
              <a:t>- 保持测试通过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测试先行的好处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更好的设计</a:t>
            </a:r>
          </a:p>
          <a:p>
            <a:pPr/>
            <a:r>
              <a:t>- 从使用者角度设计接口</a:t>
            </a:r>
          </a:p>
          <a:p>
            <a:pPr/>
            <a:r>
              <a:t>- 代码更易于测试和使用</a:t>
            </a:r>
          </a:p>
          <a:p>
            <a:pPr/>
            <a:r>
              <a:t>### 更高的测试覆盖率</a:t>
            </a:r>
          </a:p>
          <a:p>
            <a:pPr/>
            <a:r>
              <a:t>- 每个功能都有对应的测试</a:t>
            </a:r>
          </a:p>
          <a:p>
            <a:pPr/>
            <a:r>
              <a:t>- 测试覆盖率自然提高</a:t>
            </a:r>
          </a:p>
          <a:p>
            <a:pPr/>
            <a:r>
              <a:t>### 更少的Bug</a:t>
            </a:r>
          </a:p>
          <a:p>
            <a:pPr/>
            <a:r>
              <a:t>- 测试捕获大部分Bug</a:t>
            </a:r>
          </a:p>
          <a:p>
            <a:pPr/>
            <a:r>
              <a:t>- 回归测试防止Bug重现</a:t>
            </a:r>
          </a:p>
          <a:p>
            <a:pPr/>
            <a:r>
              <a:t>### 文档作用</a:t>
            </a:r>
          </a:p>
          <a:p>
            <a:pPr/>
            <a:r>
              <a:t>- 测试就是活文档</a:t>
            </a:r>
          </a:p>
          <a:p>
            <a:pPr/>
            <a:r>
              <a:t>- 展示代码的使用方式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TDD实践技巧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从简单测试开始</a:t>
            </a:r>
          </a:p>
          <a:p>
            <a:pPr/>
            <a:r>
              <a:t>- 先写最简单的测试</a:t>
            </a:r>
          </a:p>
          <a:p>
            <a:pPr/>
            <a:r>
              <a:t>- 逐步增加复杂度</a:t>
            </a:r>
          </a:p>
          <a:p>
            <a:pPr/>
            <a:r>
              <a:t>### 保持测试独立</a:t>
            </a:r>
          </a:p>
          <a:p>
            <a:pPr/>
            <a:r>
              <a:t>- 测试之间不应该有依赖</a:t>
            </a:r>
          </a:p>
          <a:p>
            <a:pPr/>
            <a:r>
              <a:t>- 每个测试可以独立运行</a:t>
            </a:r>
          </a:p>
          <a:p>
            <a:pPr/>
            <a:r>
              <a:t>### 测试命名规范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test_lexer_should_recognize_select_keyword() {</a:t>
            </a:r>
          </a:p>
          <a:p>
            <a:pPr/>
            <a:r>
              <a:t>// 测试内容</a:t>
            </a:r>
          </a:p>
          <a:p>
            <a:pPr/>
            <a:r>
              <a:t>}</a:t>
            </a:r>
          </a:p>
          <a:p>
            <a:pPr/>
            <a:r>
              <a:t>#[test]</a:t>
            </a:r>
          </a:p>
          <a:p>
            <a:pPr/>
            <a:r>
              <a:t>fn test_parser_should_parse_select_statement() {</a:t>
            </a:r>
          </a:p>
          <a:p>
            <a:pPr/>
            <a:r>
              <a:t>// 测试内容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使用AI辅助TDD</a:t>
            </a:r>
          </a:p>
          <a:p>
            <a:pPr/>
            <a:r>
              <a:t>- AI可以生成测试用例</a:t>
            </a:r>
          </a:p>
          <a:p>
            <a:pPr/>
            <a:r>
              <a:t>- AI可以生成实现代码</a:t>
            </a:r>
          </a:p>
          <a:p>
            <a:pPr/>
            <a:r>
              <a:t>- AI可以建议重构方案</a:t>
            </a:r>
          </a:p>
          <a:p>
            <a:pPr/>
            <a:r>
              <a:t>---</a:t>
            </a:r>
          </a:p>
          <a:p>
            <a:pPr/>
            <a:r>
              <a:t># Part 2: AI辅助测试生成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使用AI生成测试用例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为以下词法分析器代码生成测试用例：</a:t>
            </a:r>
          </a:p>
          <a:p>
            <a:pPr/>
            <a:r>
              <a:t>[Lexer代码]</a:t>
            </a:r>
          </a:p>
          <a:p>
            <a:pPr/>
            <a:r>
              <a:t>要求：</a:t>
            </a:r>
          </a:p>
          <a:p>
            <a:pPr/>
            <a:r>
              <a:t>1. 测试关键字识别</a:t>
            </a:r>
          </a:p>
          <a:p>
            <a:pPr/>
            <a:r>
              <a:t>2. 测试标识符识别</a:t>
            </a:r>
          </a:p>
          <a:p>
            <a:pPr/>
            <a:r>
              <a:t>3. 测试数字字面量识别</a:t>
            </a:r>
          </a:p>
          <a:p>
            <a:pPr/>
            <a:r>
              <a:t>4. 测试字符串字面量识别</a:t>
            </a:r>
          </a:p>
          <a:p>
            <a:pPr/>
            <a:r>
              <a:t>5. 测试运算符识别</a:t>
            </a:r>
          </a:p>
          <a:p>
            <a:pPr/>
            <a:r>
              <a:t>6. 使用Rust #[test]属性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使用AI生成测试用例（续）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AI输出示例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test_keywords() {</a:t>
            </a:r>
          </a:p>
          <a:p>
            <a:pPr/>
            <a:r>
              <a:t>let mut lexer = Lexer::new("SELECT FROM WHERE");</a:t>
            </a:r>
          </a:p>
          <a:p>
            <a:pPr/>
            <a:r>
              <a:t>assert_eq!(lexer.next_token().unwrap(), Token::Select);</a:t>
            </a:r>
          </a:p>
          <a:p>
            <a:pPr/>
            <a:r>
              <a:t>assert_eq!(lexer.next_token().unwrap(), Token::From);</a:t>
            </a:r>
          </a:p>
          <a:p>
            <a:pPr/>
            <a:r>
              <a:t>assert_eq!(lexer.next_token().unwrap(), Token::Where);</a:t>
            </a:r>
          </a:p>
          <a:p>
            <a:pPr/>
            <a:r>
              <a:t>}</a:t>
            </a:r>
          </a:p>
          <a:p>
            <a:pPr/>
            <a:r>
              <a:t>#[test]</a:t>
            </a:r>
          </a:p>
          <a:p>
            <a:pPr/>
            <a:r>
              <a:t>fn test_identifiers() {</a:t>
            </a:r>
          </a:p>
          <a:p>
            <a:pPr/>
            <a:r>
              <a:t>let mut lexer = Lexer::new("users table_name");</a:t>
            </a:r>
          </a:p>
          <a:p>
            <a:pPr/>
            <a:r>
              <a:t>assert_eq!(lexer.next_token().unwrap(), Token::Identifier("users".to_string()));</a:t>
            </a:r>
          </a:p>
          <a:p>
            <a:pPr/>
            <a:r>
              <a:t>assert_eq!(lexer.next_token().unwrap(), Token::Identifier("table_name".to_string()));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使用AI分析测试覆盖率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识别未覆盖的代码路径</a:t>
            </a:r>
          </a:p>
          <a:p>
            <a:pPr/>
            <a:r>
              <a:t>- AI可以分析代码，识别未测试的分支</a:t>
            </a:r>
          </a:p>
          <a:p>
            <a:pPr/>
            <a:r>
              <a:t>- AI可以建议补充测试</a:t>
            </a:r>
          </a:p>
          <a:p>
            <a:pPr/>
            <a:r>
              <a:t>### 生成补充测试建议</a:t>
            </a:r>
          </a:p>
          <a:p>
            <a:pPr/>
            <a:r>
              <a:t>```</a:t>
            </a:r>
          </a:p>
          <a:p>
            <a:pPr/>
            <a:r>
              <a:t>分析以下代码的测试覆盖率，建议补充测试：</a:t>
            </a:r>
          </a:p>
          <a:p>
            <a:pPr/>
            <a:r>
              <a:t>[代码]</a:t>
            </a:r>
          </a:p>
          <a:p>
            <a:pPr/>
            <a:r>
              <a:t>[现有测试]</a:t>
            </a:r>
          </a:p>
          <a:p>
            <a:pPr/>
            <a:r>
              <a:t>要求：</a:t>
            </a:r>
          </a:p>
          <a:p>
            <a:pPr/>
            <a:r>
              <a:t>1. 识别未覆盖的代码路径</a:t>
            </a:r>
          </a:p>
          <a:p>
            <a:pPr/>
            <a:r>
              <a:t>2. 建议边界条件测试</a:t>
            </a:r>
          </a:p>
          <a:p>
            <a:pPr/>
            <a:r>
              <a:t>3. 建议异常情况测试</a:t>
            </a:r>
          </a:p>
          <a:p>
            <a:pPr/>
            <a:r>
              <a:t>```</a:t>
            </a:r>
          </a:p>
          <a:p>
            <a:pPr/>
            <a:r>
              <a:t>### 边界条件发现</a:t>
            </a:r>
          </a:p>
          <a:p>
            <a:pPr/>
            <a:r>
              <a:t>- AI可以发现容易忽略的边界条件</a:t>
            </a:r>
          </a:p>
          <a:p>
            <a:pPr/>
            <a:r>
              <a:t>- 如：空字符串、最大值、最小值等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实例：SQLRustGo测试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词法分析器测试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test_lexer_integer_literal() {</a:t>
            </a:r>
          </a:p>
          <a:p>
            <a:pPr/>
            <a:r>
              <a:t>let mut lexer = Lexer::new("123 456");</a:t>
            </a:r>
          </a:p>
          <a:p>
            <a:pPr/>
            <a:r>
              <a:t>assert_eq!(lexer.next_token().unwrap(), Token::IntegerLiteral(123));</a:t>
            </a:r>
          </a:p>
          <a:p>
            <a:pPr/>
            <a:r>
              <a:t>assert_eq!(lexer.next_token().unwrap(), Token::IntegerLiteral(456));</a:t>
            </a:r>
          </a:p>
          <a:p>
            <a:pPr/>
            <a:r>
              <a:t>}</a:t>
            </a:r>
          </a:p>
          <a:p>
            <a:pPr/>
            <a:r>
              <a:t>#[test]</a:t>
            </a:r>
          </a:p>
          <a:p>
            <a:pPr/>
            <a:r>
              <a:t>fn test_lexer_string_literal() {</a:t>
            </a:r>
          </a:p>
          <a:p>
            <a:pPr/>
            <a:r>
              <a:t>let mut lexer = Lexer::new("'hello' \"world\"");</a:t>
            </a:r>
          </a:p>
          <a:p>
            <a:pPr/>
            <a:r>
              <a:t>assert_eq!(lexer.next_token().unwrap(), Token::StringLiteral("hello".to_string()));</a:t>
            </a:r>
          </a:p>
          <a:p>
            <a:pPr/>
            <a:r>
              <a:t>assert_eq!(lexer.next_token().unwrap(), Token::StringLiteral("world".to_string()));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实例：SQLRustGo测试（续）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语法分析器测试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test_parser_select_with_where() {</a:t>
            </a:r>
          </a:p>
          <a:p>
            <a:pPr/>
            <a:r>
              <a:t>let mut parser = Parser::new("SELECT * FROM users WHERE age &gt; 18");</a:t>
            </a:r>
          </a:p>
          <a:p>
            <a:pPr/>
            <a:r>
              <a:t>let stmt = parser.parse().unwrap();</a:t>
            </a:r>
          </a:p>
          <a:p>
            <a:pPr/>
            <a:r>
              <a:t>match stmt {</a:t>
            </a:r>
          </a:p>
          <a:p>
            <a:pPr/>
            <a:r>
              <a:t>Statement::Select(select) =&gt; {</a:t>
            </a:r>
          </a:p>
          <a:p>
            <a:pPr/>
            <a:r>
              <a:t>assert_eq!(select.columns, vec!["*"]);</a:t>
            </a:r>
          </a:p>
          <a:p>
            <a:pPr/>
            <a:r>
              <a:t>assert_eq!(select.from_table, "users");</a:t>
            </a:r>
          </a:p>
          <a:p>
            <a:pPr/>
            <a:r>
              <a:t>assert!(select.where_clause.is_some());</a:t>
            </a:r>
          </a:p>
          <a:p>
            <a:pPr/>
            <a:r>
              <a:t>}</a:t>
            </a:r>
          </a:p>
          <a:p>
            <a:pPr/>
            <a:r>
              <a:t>_ =&gt; panic!("Expected SELECT statement"),</a:t>
            </a:r>
          </a:p>
          <a:p>
            <a:pPr/>
            <a:r>
              <a:t>}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Rust测试框架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#[test] 属性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测试函数定义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test_addition() {</a:t>
            </a:r>
          </a:p>
          <a:p>
            <a:pPr/>
            <a:r>
              <a:t>assert_eq!(2 + 2, 4);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测试命名规范</a:t>
            </a:r>
          </a:p>
          <a:p>
            <a:pPr/>
            <a:r>
              <a:t>- 使用`test_`前缀</a:t>
            </a:r>
          </a:p>
          <a:p>
            <a:pPr/>
            <a:r>
              <a:t>- 描述测试的行为</a:t>
            </a:r>
          </a:p>
          <a:p>
            <a:pPr/>
            <a:r>
              <a:t>- 如：`test_lexer_should_recognize_keywords`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assert! 宏系列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assert!(expr)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test_true() {</a:t>
            </a:r>
          </a:p>
          <a:p>
            <a:pPr/>
            <a:r>
              <a:t>assert!(true);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assert_eq!(left, right)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test_equality() {</a:t>
            </a:r>
          </a:p>
          <a:p>
            <a:pPr/>
            <a:r>
              <a:t>assert_eq!(2 + 2, 4);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assert_ne!(left, right)</a:t>
            </a:r>
          </a:p>
          <a:p>
            <a:pPr/>
            <a:r>
              <a:t>```rust</a:t>
            </a:r>
          </a:p>
          <a:p>
            <a:pPr/>
            <a:r>
              <a:t>#[test]</a:t>
            </a:r>
          </a:p>
          <a:p>
            <a:pPr/>
            <a:r>
              <a:t>fn test_inequality() {</a:t>
            </a:r>
          </a:p>
          <a:p>
            <a:pPr/>
            <a:r>
              <a:t>assert_ne!(2 + 2, 5);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自定义错误消息</a:t>
            </a:r>
          </a:p>
          <a:p>
            <a:pPr/>
            <a:r>
              <a:t>```rust</a:t>
            </a:r>
          </a:p>
          <a:p>
            <a:pPr/>
            <a:r>
              <a:t>assert_eq!(result, expected, "计算结果不正确，期望{}，实际{}", expected, result);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测试组织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单元测试（#[cfg(test)]）</a:t>
            </a:r>
          </a:p>
          <a:p>
            <a:pPr/>
            <a:r>
              <a:t>```rust</a:t>
            </a:r>
          </a:p>
          <a:p>
            <a:pPr/>
            <a:r>
              <a:t>pub fn add(a: i32, b: i32) -&gt; i32 {</a:t>
            </a:r>
          </a:p>
          <a:p>
            <a:pPr/>
            <a:r>
              <a:t>a + b</a:t>
            </a:r>
          </a:p>
          <a:p>
            <a:pPr/>
            <a:r>
              <a:t>}</a:t>
            </a:r>
          </a:p>
          <a:p>
            <a:pPr/>
            <a:r>
              <a:t>#[cfg(test)]</a:t>
            </a:r>
          </a:p>
          <a:p>
            <a:pPr/>
            <a:r>
              <a:t>mod tests {</a:t>
            </a:r>
          </a:p>
          <a:p>
            <a:pPr/>
            <a:r>
              <a:t>use super::*;</a:t>
            </a:r>
          </a:p>
          <a:p>
            <a:pPr/>
            <a:r>
              <a:t>#[test]</a:t>
            </a:r>
          </a:p>
          <a:p>
            <a:pPr/>
            <a:r>
              <a:t>fn test_add() {</a:t>
            </a:r>
          </a:p>
          <a:p>
            <a:pPr/>
            <a:r>
              <a:t>assert_eq!(add(2, 3), 5);</a:t>
            </a:r>
          </a:p>
          <a:p>
            <a:pPr/>
            <a:r>
              <a:t>}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集成测试（tests/目录）</a:t>
            </a:r>
          </a:p>
          <a:p>
            <a:pPr/>
            <a:r>
              <a:t>```</a:t>
            </a:r>
          </a:p>
          <a:p>
            <a:pPr/>
            <a:r>
              <a:t>project/</a:t>
            </a:r>
          </a:p>
          <a:p>
            <a:pPr/>
            <a:r>
              <a:t>├── src/</a:t>
            </a:r>
          </a:p>
          <a:p>
            <a:pPr/>
            <a:r>
              <a:t>│   └── lib.rs</a:t>
            </a:r>
          </a:p>
          <a:p>
            <a:pPr/>
            <a:r>
              <a:t>└── tests/</a:t>
            </a:r>
          </a:p>
          <a:p>
            <a:pPr/>
            <a:r>
              <a:t>└── integration_test.rs</a:t>
            </a:r>
          </a:p>
          <a:p>
            <a:pPr/>
            <a:r>
              <a:t>```</a:t>
            </a:r>
          </a:p>
          <a:p>
            <a:pPr/>
            <a:r>
              <a:t>### 文档测试（doc tests）</a:t>
            </a:r>
          </a:p>
          <a:p>
            <a:pPr/>
            <a:r>
              <a:t>```rust</a:t>
            </a:r>
          </a:p>
          <a:p>
            <a:pPr/>
            <a:r>
              <a:t>/// 将两个数相加</a:t>
            </a:r>
          </a:p>
          <a:p>
            <a:pPr/>
            <a:r>
              <a:t>///</a:t>
            </a:r>
          </a:p>
          <a:p>
            <a:pPr/>
            <a:r>
              <a:t>/// # Examples</a:t>
            </a:r>
          </a:p>
          <a:p>
            <a:pPr/>
            <a:r>
              <a:t>/// ```</a:t>
            </a:r>
          </a:p>
          <a:p>
            <a:pPr/>
            <a:r>
              <a:t>/// let result = add(2, 3);</a:t>
            </a:r>
          </a:p>
          <a:p>
            <a:pPr/>
            <a:r>
              <a:t>/// assert_eq!(result, 5);</a:t>
            </a:r>
          </a:p>
          <a:p>
            <a:pPr/>
            <a:r>
              <a:t>/// ```</a:t>
            </a:r>
          </a:p>
          <a:p>
            <a:pPr/>
            <a:r>
              <a:t>pub fn add(a: i32, b: i32) -&gt; i32 {</a:t>
            </a:r>
          </a:p>
          <a:p>
            <a:pPr/>
            <a:r>
              <a:t>a + b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测试覆盖率工具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cargo-tarpaulin</a:t>
            </a:r>
          </a:p>
          <a:p>
            <a:pPr/>
            <a:r>
              <a:t>```bash</a:t>
            </a:r>
          </a:p>
          <a:p>
            <a:pPr/>
            <a:r>
              <a:t>cargo tarpaulin --out Html</a:t>
            </a:r>
          </a:p>
          <a:p>
            <a:pPr/>
            <a:r>
              <a:t>```</a:t>
            </a:r>
          </a:p>
          <a:p>
            <a:pPr/>
            <a:r>
              <a:t>### cargo-llvm-cov</a:t>
            </a:r>
          </a:p>
          <a:p>
            <a:pPr/>
            <a:r>
              <a:t>```bash</a:t>
            </a:r>
          </a:p>
          <a:p>
            <a:pPr/>
            <a:r>
              <a:t>cargo llvm-cov --html</a:t>
            </a:r>
          </a:p>
          <a:p>
            <a:pPr/>
            <a:r>
              <a:t>```</a:t>
            </a:r>
          </a:p>
          <a:p>
            <a:pPr/>
            <a:r>
              <a:t>### 覆盖率报告</a:t>
            </a:r>
          </a:p>
          <a:p>
            <a:pPr/>
            <a:r>
              <a:t>- 行覆盖率</a:t>
            </a:r>
          </a:p>
          <a:p>
            <a:pPr/>
            <a:r>
              <a:t>- 分支覆盖率</a:t>
            </a:r>
          </a:p>
          <a:p>
            <a:pPr/>
            <a:r>
              <a:t>- 函数覆盖率</a:t>
            </a:r>
          </a:p>
          <a:p>
            <a:pPr/>
            <a:r>
              <a:t>---</a:t>
            </a:r>
          </a:p>
          <a:p>
            <a:pPr/>
            <a:r>
              <a:t># Part 4: Alpha版本验收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Alpha版本定义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功能完整性</a:t>
            </a:r>
          </a:p>
          <a:p>
            <a:pPr/>
            <a:r>
              <a:t>- 核心功能已实现</a:t>
            </a:r>
          </a:p>
          <a:p>
            <a:pPr/>
            <a:r>
              <a:t>- 主要功能可运行</a:t>
            </a:r>
          </a:p>
          <a:p>
            <a:pPr/>
            <a:r>
              <a:t>### 可运行</a:t>
            </a:r>
          </a:p>
          <a:p>
            <a:pPr/>
            <a:r>
              <a:t>- 系统可以启动和运行</a:t>
            </a:r>
          </a:p>
          <a:p>
            <a:pPr/>
            <a:r>
              <a:t>- 基本流程可以走通</a:t>
            </a:r>
          </a:p>
          <a:p>
            <a:pPr/>
            <a:r>
              <a:t>### 有测试</a:t>
            </a:r>
          </a:p>
          <a:p>
            <a:pPr/>
            <a:r>
              <a:t>- 单元测试覆盖核心功能</a:t>
            </a:r>
          </a:p>
          <a:p>
            <a:pPr/>
            <a:r>
              <a:t>- 测试覆盖率 ≥ 70%</a:t>
            </a:r>
          </a:p>
          <a:p>
            <a:pPr/>
            <a:r>
              <a:t>### 有文档</a:t>
            </a:r>
          </a:p>
          <a:p>
            <a:pPr/>
            <a:r>
              <a:t>- README文档</a:t>
            </a:r>
          </a:p>
          <a:p>
            <a:pPr/>
            <a:r>
              <a:t>- API文档</a:t>
            </a:r>
          </a:p>
          <a:p>
            <a:pPr/>
            <a:r>
              <a:t>- 设计文档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功能验收标准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SQL解析</a:t>
            </a:r>
          </a:p>
          <a:p>
            <a:pPr/>
            <a:r>
              <a:t>- ✅ 支持SELECT语句</a:t>
            </a:r>
          </a:p>
          <a:p>
            <a:pPr/>
            <a:r>
              <a:t>- ✅ 支持INSERT语句</a:t>
            </a:r>
          </a:p>
          <a:p>
            <a:pPr/>
            <a:r>
              <a:t>- ✅ 支持UPDATE语句</a:t>
            </a:r>
          </a:p>
          <a:p>
            <a:pPr/>
            <a:r>
              <a:t>- ✅ 支持DELETE语句</a:t>
            </a:r>
          </a:p>
          <a:p>
            <a:pPr/>
            <a:r>
              <a:t>- ✅ 支持CREATE TABLE语句</a:t>
            </a:r>
          </a:p>
          <a:p>
            <a:pPr/>
            <a:r>
              <a:t>### 存储引擎</a:t>
            </a:r>
          </a:p>
          <a:p>
            <a:pPr/>
            <a:r>
              <a:t>- ✅ 支持数据读写</a:t>
            </a:r>
          </a:p>
          <a:p>
            <a:pPr/>
            <a:r>
              <a:t>- ✅ 支持基本的页管理</a:t>
            </a:r>
          </a:p>
          <a:p>
            <a:pPr/>
            <a:r>
              <a:t>- ✅ 支持缓冲池</a:t>
            </a:r>
          </a:p>
          <a:p>
            <a:pPr/>
            <a:r>
              <a:t>### 执行引擎</a:t>
            </a:r>
          </a:p>
          <a:p>
            <a:pPr/>
            <a:r>
              <a:t>- ✅ 支持基本查询执行</a:t>
            </a:r>
          </a:p>
          <a:p>
            <a:pPr/>
            <a:r>
              <a:t>- ✅ 返回查询结果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质量门禁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| 检查项 | 命令 | 状态要求 |</a:t>
            </a:r>
          </a:p>
          <a:p>
            <a:pPr/>
            <a:r>
              <a:t>|--------|------|---------|</a:t>
            </a:r>
          </a:p>
          <a:p>
            <a:pPr/>
            <a:r>
              <a:t>| 编译 | `cargo build` | 通过 |</a:t>
            </a:r>
          </a:p>
          <a:p>
            <a:pPr/>
            <a:r>
              <a:t>| 测试 | `cargo test` | 全部通过 |</a:t>
            </a:r>
          </a:p>
          <a:p>
            <a:pPr/>
            <a:r>
              <a:t>| Clippy | `cargo clippy` | 无警告 |</a:t>
            </a:r>
          </a:p>
          <a:p>
            <a:pPr/>
            <a:r>
              <a:t>| 格式化 | `cargo fmt --check` | 通过 |</a:t>
            </a:r>
          </a:p>
          <a:p>
            <a:pPr/>
            <a:r>
              <a:t>| 覆盖率 | `cargo tarpaulin` | ≥ 70%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Alpha版本发布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创建版本标签</a:t>
            </a:r>
          </a:p>
          <a:p>
            <a:pPr/>
            <a:r>
              <a:t>```bash</a:t>
            </a:r>
          </a:p>
          <a:p>
            <a:pPr/>
            <a:r>
              <a:t>git tag -a v0.1.0-alpha -m "Alpha版本发布"</a:t>
            </a:r>
          </a:p>
          <a:p>
            <a:pPr/>
            <a:r>
              <a:t>git push origin v0.1.0-alpha</a:t>
            </a:r>
          </a:p>
          <a:p>
            <a:pPr/>
            <a:r>
              <a:t>```</a:t>
            </a:r>
          </a:p>
          <a:p>
            <a:pPr/>
            <a:r>
              <a:t>### 编写Release Notes</a:t>
            </a:r>
          </a:p>
          <a:p>
            <a:pPr/>
            <a:r>
              <a:t>```markdown</a:t>
            </a:r>
          </a:p>
          <a:p>
            <a:pPr/>
            <a:r>
              <a:t># SQLRustGo v0.1.0-alpha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支持基本的SQL解析</a:t>
            </a:r>
          </a:p>
          <a:p>
            <a:pPr/>
            <a:r>
              <a:t>- 支持SELECT、INSERT、UPDATE、DELETE语句</a:t>
            </a:r>
          </a:p>
          <a:p>
            <a:pPr/>
            <a:r>
              <a:t>- 支持基本的存储引擎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已知问题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不支持JOIN操作</a:t>
            </a:r>
          </a:p>
          <a:p>
            <a:pPr/>
            <a:r>
              <a:t>- 不支持事务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添加JOIN支持</a:t>
            </a:r>
          </a:p>
          <a:p>
            <a:pPr/>
            <a:r>
              <a:t>- 添加事务支持</a:t>
            </a:r>
          </a:p>
          <a:p>
            <a:pPr/>
            <a:r>
              <a:t>```</a:t>
            </a:r>
          </a:p>
          <a:p>
            <a:pPr/>
            <a:r>
              <a:t>### 发布公告</a:t>
            </a:r>
          </a:p>
          <a:p>
            <a:pPr/>
            <a:r>
              <a:t>- 在GitHub创建Release</a:t>
            </a:r>
          </a:p>
          <a:p>
            <a:pPr/>
            <a:r>
              <a:t>- 编写发布说明</a:t>
            </a:r>
          </a:p>
          <a:p>
            <a:pPr/>
            <a:r>
              <a:t>- 附上安装和使用指南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测试驱动开发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**Red-Green-Refactor循环**</a:t>
            </a:r>
          </a:p>
          <a:p>
            <a:pPr/>
            <a:r>
              <a:t>- **测试先行的好处**</a:t>
            </a:r>
          </a:p>
          <a:p>
            <a:pPr/>
            <a:r>
              <a:t>- **TDD实践技巧**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AI辅助测试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**测试用例生成**</a:t>
            </a:r>
          </a:p>
          <a:p>
            <a:pPr/>
            <a:r>
              <a:t>- **覆盖率分析**</a:t>
            </a:r>
          </a:p>
          <a:p>
            <a:pPr/>
            <a:r>
              <a:t>- **边界条件发现**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Rust测试框架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**#[test]属性**</a:t>
            </a:r>
          </a:p>
          <a:p>
            <a:pPr/>
            <a:r>
              <a:t>- **assert!宏**</a:t>
            </a:r>
          </a:p>
          <a:p>
            <a:pPr/>
            <a:r>
              <a:t>- **测试组织**</a:t>
            </a:r>
          </a:p>
          <a:p>
            <a:pPr/>
            <a:r>
              <a:t>- **覆盖率工具**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Alpha版本验收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**功能验收标准**</a:t>
            </a:r>
          </a:p>
          <a:p>
            <a:pPr/>
            <a:r>
              <a:t>- **质量门禁**</a:t>
            </a:r>
          </a:p>
          <a:p>
            <a:pPr/>
            <a:r>
              <a:t>- **发布流程**</a:t>
            </a:r>
          </a:p>
          <a:p>
            <a:pPr/>
            <a:r>
              <a:t>---</a:t>
            </a:r>
          </a:p>
          <a:p>
            <a:pPr/>
            <a:r>
              <a:t># 上半学期总结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知识点回顾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| 周次 | 理论知识 | 实践技能 | 项目产出 |</a:t>
            </a:r>
          </a:p>
          <a:p>
            <a:pPr/>
            <a:r>
              <a:t>|------|----------|----------|----------|</a:t>
            </a:r>
          </a:p>
          <a:p>
            <a:pPr/>
            <a:r>
              <a:t>| 1 | 软件工程发展历史、Greenfield/Brownfield、AI局限性 | 环境搭建 | 开发环境 |</a:t>
            </a:r>
          </a:p>
          <a:p>
            <a:pPr/>
            <a:r>
              <a:t>| 2 | 结构化设计、UML概述、用例图 | PlantUML使用 | 用例图文档 |</a:t>
            </a:r>
          </a:p>
          <a:p>
            <a:pPr/>
            <a:r>
              <a:t>| 3 | 面向对象设计、SOLID原则、类图 | 类图绘制 | 类图文档 |</a:t>
            </a:r>
          </a:p>
          <a:p>
            <a:pPr/>
            <a:r>
              <a:t>| 4 | 顺序图、状态图、架构图、快速原型法 | UML综合实践 | 设计文档 |</a:t>
            </a:r>
          </a:p>
          <a:p>
            <a:pPr/>
            <a:r>
              <a:t>| 5 | 架构设计原理、SQLRustGo架构 | 架构图绘制 | 架构文档 |</a:t>
            </a:r>
          </a:p>
          <a:p>
            <a:pPr/>
            <a:r>
              <a:t>| 6 | 功能模块划分、接口设计 | 模块设计 | 模块文档 |</a:t>
            </a:r>
          </a:p>
          <a:p>
            <a:pPr/>
            <a:r>
              <a:t>| 7 | AI辅助开发、核心模块实现 | 编码实践 | 核心代码 |</a:t>
            </a:r>
          </a:p>
          <a:p>
            <a:pPr/>
            <a:r>
              <a:t>| 8 | TDD、AI辅助测试、Alpha版本验收 | 测试编写 | Alpha版本 |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补充单元测试</a:t>
            </a:r>
          </a:p>
          <a:p>
            <a:pPr/>
            <a:r>
              <a:t>2. 提高测试覆盖率至70%+</a:t>
            </a:r>
          </a:p>
          <a:p>
            <a:pPr/>
            <a:r>
              <a:t>3. 运行所有质量检查</a:t>
            </a:r>
          </a:p>
          <a:p>
            <a:pPr/>
            <a:r>
              <a:t>4. 完成Alpha版本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软件治理与分支策略</a:t>
            </a:r>
          </a:p>
          <a:p>
            <a:pPr/>
            <a:r>
              <a:t>- Git协作开发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下半学期：协同开发与工程治理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
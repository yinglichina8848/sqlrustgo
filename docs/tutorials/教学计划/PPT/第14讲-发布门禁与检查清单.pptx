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第14</a:t>
            </a:r>
          </a:p>
          <a:p>
            <a:r>
              <a:t>发布门禁与检查清单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  <a:p>
            <a:pPr/>
            <a:r>
              <a:t># 课程大纲</a:t>
            </a:r>
          </a:p>
          <a:p>
            <a:pPr/>
            <a:r>
              <a:t>1. **发布门禁概述**（25分钟）</a:t>
            </a:r>
          </a:p>
          <a:p>
            <a:pPr/>
            <a:r>
              <a:t>2. **门禁类型与配置**（25分钟）</a:t>
            </a:r>
          </a:p>
          <a:p>
            <a:pPr/>
            <a:r>
              <a:t>3. **RC版本验收**（25分钟）</a:t>
            </a:r>
          </a:p>
          <a:p>
            <a:pPr/>
            <a:r>
              <a:t>4. **实践练习**（15分钟）</a:t>
            </a:r>
          </a:p>
          <a:p>
            <a:pPr/>
            <a:r>
              <a:t>---</a:t>
            </a:r>
          </a:p>
          <a:p>
            <a:pPr/>
            <a:r>
              <a:t># Part 1: 发布门禁概述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What：什么是发布门禁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定义</a:t>
            </a:r>
          </a:p>
          <a:p>
            <a:pPr/>
            <a:r>
              <a:t>发布前必须通过的检查点，确保发布质量</a:t>
            </a:r>
          </a:p>
          <a:p>
            <a:pPr/>
            <a:r>
              <a:t>### 门禁的作用</a:t>
            </a:r>
          </a:p>
          <a:p>
            <a:pPr/>
            <a:r>
              <a:t>- **质量保证**：确保代码质量达标</a:t>
            </a:r>
          </a:p>
          <a:p>
            <a:pPr/>
            <a:r>
              <a:t>- **风险控制**：防止有问题的版本发布</a:t>
            </a:r>
          </a:p>
          <a:p>
            <a:pPr/>
            <a:r>
              <a:t>- **流程规范**：标准化发布流程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Why：为什么需要发布门禁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质量保证</a:t>
            </a:r>
          </a:p>
          <a:p>
            <a:pPr/>
            <a:r>
              <a:t>- 防止低质量代码发布</a:t>
            </a:r>
          </a:p>
          <a:p>
            <a:pPr/>
            <a:r>
              <a:t>- 确保功能正确性</a:t>
            </a:r>
          </a:p>
          <a:p>
            <a:pPr/>
            <a:r>
              <a:t>- 保证性能达标</a:t>
            </a:r>
          </a:p>
          <a:p>
            <a:pPr/>
            <a:r>
              <a:t>### 风险控制</a:t>
            </a:r>
          </a:p>
          <a:p>
            <a:pPr/>
            <a:r>
              <a:t>- 防止安全漏洞发布</a:t>
            </a:r>
          </a:p>
          <a:p>
            <a:pPr/>
            <a:r>
              <a:t>- 防止严重Bug发布</a:t>
            </a:r>
          </a:p>
          <a:p>
            <a:pPr/>
            <a:r>
              <a:t>- 降低发布风险</a:t>
            </a:r>
          </a:p>
          <a:p>
            <a:pPr/>
            <a:r>
              <a:t>### 团队协作</a:t>
            </a:r>
          </a:p>
          <a:p>
            <a:pPr/>
            <a:r>
              <a:t>- 明确发布标准</a:t>
            </a:r>
          </a:p>
          <a:p>
            <a:pPr/>
            <a:r>
              <a:t>- 减少争议</a:t>
            </a:r>
          </a:p>
          <a:p>
            <a:pPr/>
            <a:r>
              <a:t>- 提高协作效率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How：门禁配置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门禁类型</a:t>
            </a:r>
          </a:p>
          <a:p>
            <a:pPr/>
            <a:r>
              <a:t>- 代码门禁：编译、测试、格式化</a:t>
            </a:r>
          </a:p>
          <a:p>
            <a:pPr/>
            <a:r>
              <a:t>- 质量门禁：代码覆盖率、代码质量</a:t>
            </a:r>
          </a:p>
          <a:p>
            <a:pPr/>
            <a:r>
              <a:t>- 安全门禁：安全扫描、依赖检查</a:t>
            </a:r>
          </a:p>
          <a:p>
            <a:pPr/>
            <a:r>
              <a:t>- 功能门禁：功能测试、回归测试</a:t>
            </a:r>
          </a:p>
          <a:p>
            <a:pPr/>
            <a:r>
              <a:t>- 性能门禁：性能测试、压力测试</a:t>
            </a:r>
          </a:p>
          <a:p>
            <a:pPr/>
            <a:r>
              <a:t>- 文档门禁：文档完整性、API文档</a:t>
            </a:r>
          </a:p>
          <a:p>
            <a:pPr/>
            <a:r>
              <a:t>---</a:t>
            </a:r>
          </a:p>
          <a:p>
            <a:pPr/>
            <a:r>
              <a:t># Part 2: 门禁类型与配置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代码门禁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编译检查</a:t>
            </a:r>
          </a:p>
          <a:p>
            <a:pPr/>
            <a:r>
              <a:t>```yaml</a:t>
            </a:r>
          </a:p>
          <a:p>
            <a:pPr/>
            <a:r>
              <a:t>- name: Build</a:t>
            </a:r>
          </a:p>
          <a:p>
            <a:pPr/>
            <a:r>
              <a:t>run: cargo build --release</a:t>
            </a:r>
          </a:p>
          <a:p>
            <a:pPr/>
            <a:r>
              <a:t>```</a:t>
            </a:r>
          </a:p>
          <a:p>
            <a:pPr/>
            <a:r>
              <a:t>### 测试检查</a:t>
            </a:r>
          </a:p>
          <a:p>
            <a:pPr/>
            <a:r>
              <a:t>```yaml</a:t>
            </a:r>
          </a:p>
          <a:p>
            <a:pPr/>
            <a:r>
              <a:t>- name: Test</a:t>
            </a:r>
          </a:p>
          <a:p>
            <a:pPr/>
            <a:r>
              <a:t>run: cargo test --all-features</a:t>
            </a:r>
          </a:p>
          <a:p>
            <a:pPr/>
            <a:r>
              <a:t>```</a:t>
            </a:r>
          </a:p>
          <a:p>
            <a:pPr/>
            <a:r>
              <a:t>### 格式化检查</a:t>
            </a:r>
          </a:p>
          <a:p>
            <a:pPr/>
            <a:r>
              <a:t>```yaml</a:t>
            </a:r>
          </a:p>
          <a:p>
            <a:pPr/>
            <a:r>
              <a:t>- name: Format check</a:t>
            </a:r>
          </a:p>
          <a:p>
            <a:pPr/>
            <a:r>
              <a:t>run: cargo fmt -- --check</a:t>
            </a:r>
          </a:p>
          <a:p>
            <a:pPr/>
            <a:r>
              <a:t>```</a:t>
            </a:r>
          </a:p>
          <a:p>
            <a:pPr/>
            <a:r>
              <a:t>### Clippy检查</a:t>
            </a:r>
          </a:p>
          <a:p>
            <a:pPr/>
            <a:r>
              <a:t>```yaml</a:t>
            </a:r>
          </a:p>
          <a:p>
            <a:pPr/>
            <a:r>
              <a:t>- name: Clippy</a:t>
            </a:r>
          </a:p>
          <a:p>
            <a:pPr/>
            <a:r>
              <a:t>run: cargo clippy -- -D warnings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质量门禁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测试覆盖率</a:t>
            </a:r>
          </a:p>
          <a:p>
            <a:pPr/>
            <a:r>
              <a:t>```yaml</a:t>
            </a:r>
          </a:p>
          <a:p>
            <a:pPr/>
            <a:r>
              <a:t>- name: Coverage</a:t>
            </a:r>
          </a:p>
          <a:p>
            <a:pPr/>
            <a:r>
              <a:t>run: |</a:t>
            </a:r>
          </a:p>
          <a:p>
            <a:pPr/>
            <a:r>
              <a:t>cargo tarpaulin --out Xml --output-dir coverage</a:t>
            </a:r>
          </a:p>
          <a:p>
            <a:pPr/>
            <a:r>
              <a:t>continue-on-error: false</a:t>
            </a:r>
          </a:p>
          <a:p>
            <a:pPr/>
            <a:r>
              <a:t>- name: Upload coverage</a:t>
            </a:r>
          </a:p>
          <a:p>
            <a:pPr/>
            <a:r>
              <a:t>uses: codecov/codecov-action@v3</a:t>
            </a:r>
          </a:p>
          <a:p>
            <a:pPr/>
            <a:r>
              <a:t>with:</a:t>
            </a:r>
          </a:p>
          <a:p>
            <a:pPr/>
            <a:r>
              <a:t>files: coverage/cobertura.xml</a:t>
            </a:r>
          </a:p>
          <a:p>
            <a:pPr/>
            <a:r>
              <a:t>fail_ci_if_error: true</a:t>
            </a:r>
          </a:p>
          <a:p>
            <a:pPr/>
            <a:r>
              <a:t>```</a:t>
            </a:r>
          </a:p>
          <a:p>
            <a:pPr/>
            <a:r>
              <a:t>### 代码质量</a:t>
            </a:r>
          </a:p>
          <a:p>
            <a:pPr/>
            <a:r>
              <a:t>```yaml</a:t>
            </a:r>
          </a:p>
          <a:p>
            <a:pPr/>
            <a:r>
              <a:t>- name: SonarQube Scan</a:t>
            </a:r>
          </a:p>
          <a:p>
            <a:pPr/>
            <a:r>
              <a:t>uses: sonarsource/sonarqube-scan-action@master</a:t>
            </a:r>
          </a:p>
          <a:p>
            <a:pPr/>
            <a:r>
              <a:t>env:</a:t>
            </a:r>
          </a:p>
          <a:p>
            <a:pPr/>
            <a:r>
              <a:t>SONAR_TOKEN: ${{ secrets.SONAR_TOKEN }}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安全门禁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依赖扫描</a:t>
            </a:r>
          </a:p>
          <a:p>
            <a:pPr/>
            <a:r>
              <a:t>```yaml</a:t>
            </a:r>
          </a:p>
          <a:p>
            <a:pPr/>
            <a:r>
              <a:t>- name: Dependency scan</a:t>
            </a:r>
          </a:p>
          <a:p>
            <a:pPr/>
            <a:r>
              <a:t>run: cargo audit</a:t>
            </a:r>
          </a:p>
          <a:p>
            <a:pPr/>
            <a:r>
              <a:t>```</a:t>
            </a:r>
          </a:p>
          <a:p>
            <a:pPr/>
            <a:r>
              <a:t>### 代码扫描</a:t>
            </a:r>
          </a:p>
          <a:p>
            <a:pPr/>
            <a:r>
              <a:t>```yaml</a:t>
            </a:r>
          </a:p>
          <a:p>
            <a:pPr/>
            <a:r>
              <a:t>- name: CodeQL Analysis</a:t>
            </a:r>
          </a:p>
          <a:p>
            <a:pPr/>
            <a:r>
              <a:t>uses: github/codeql-action/analyze@v2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 功能门禁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集成测试</a:t>
            </a:r>
          </a:p>
          <a:p>
            <a:pPr/>
            <a:r>
              <a:t>```yaml</a:t>
            </a:r>
          </a:p>
          <a:p>
            <a:pPr/>
            <a:r>
              <a:t>- name: Integration tests</a:t>
            </a:r>
          </a:p>
          <a:p>
            <a:pPr/>
            <a:r>
              <a:t>run: cargo test --test integration</a:t>
            </a:r>
          </a:p>
          <a:p>
            <a:pPr/>
            <a:r>
              <a:t>```</a:t>
            </a:r>
          </a:p>
          <a:p>
            <a:pPr/>
            <a:r>
              <a:t>### 回归测试</a:t>
            </a:r>
          </a:p>
          <a:p>
            <a:pPr/>
            <a:r>
              <a:t>```yaml</a:t>
            </a:r>
          </a:p>
          <a:p>
            <a:pPr/>
            <a:r>
              <a:t>- name: Regression tests</a:t>
            </a:r>
          </a:p>
          <a:p>
            <a:pPr/>
            <a:r>
              <a:t>run: |</a:t>
            </a:r>
          </a:p>
          <a:p>
            <a:pPr/>
            <a:r>
              <a:t>./scripts/run_regression_tests.sh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 性能门禁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性能测试</a:t>
            </a:r>
          </a:p>
          <a:p>
            <a:pPr/>
            <a:r>
              <a:t>```yaml</a:t>
            </a:r>
          </a:p>
          <a:p>
            <a:pPr/>
            <a:r>
              <a:t>- name: Performance tests</a:t>
            </a:r>
          </a:p>
          <a:p>
            <a:pPr/>
            <a:r>
              <a:t>run: cargo bench</a:t>
            </a:r>
          </a:p>
          <a:p>
            <a:pPr/>
            <a:r>
              <a:t>```</a:t>
            </a:r>
          </a:p>
          <a:p>
            <a:pPr/>
            <a:r>
              <a:t>### 压力测试</a:t>
            </a:r>
          </a:p>
          <a:p>
            <a:pPr/>
            <a:r>
              <a:t>```yaml</a:t>
            </a:r>
          </a:p>
          <a:p>
            <a:pPr/>
            <a:r>
              <a:t>- name: Stress tests</a:t>
            </a:r>
          </a:p>
          <a:p>
            <a:pPr/>
            <a:r>
              <a:t>run: |</a:t>
            </a:r>
          </a:p>
          <a:p>
            <a:pPr/>
            <a:r>
              <a:t>./scripts/run_stress_tests.sh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 文档门禁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文档生成</a:t>
            </a:r>
          </a:p>
          <a:p>
            <a:pPr/>
            <a:r>
              <a:t>```yaml</a:t>
            </a:r>
          </a:p>
          <a:p>
            <a:pPr/>
            <a:r>
              <a:t>- name: Generate docs</a:t>
            </a:r>
          </a:p>
          <a:p>
            <a:pPr/>
            <a:r>
              <a:t>run: cargo doc --no-deps</a:t>
            </a:r>
          </a:p>
          <a:p>
            <a:pPr/>
            <a:r>
              <a:t>```</a:t>
            </a:r>
          </a:p>
          <a:p>
            <a:pPr/>
            <a:r>
              <a:t>### 文档检查</a:t>
            </a:r>
          </a:p>
          <a:p>
            <a:pPr/>
            <a:r>
              <a:t>```yaml</a:t>
            </a:r>
          </a:p>
          <a:p>
            <a:pPr/>
            <a:r>
              <a:t>- name: Check docs</a:t>
            </a:r>
          </a:p>
          <a:p>
            <a:pPr/>
            <a:r>
              <a:t>run: |</a:t>
            </a:r>
          </a:p>
          <a:p>
            <a:pPr/>
            <a:r>
              <a:t>./scripts/check_docs.sh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3: RC版本验收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RC版本定义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Release Candidate</a:t>
            </a:r>
          </a:p>
          <a:p>
            <a:pPr/>
            <a:r>
              <a:t>- 发布候选版本</a:t>
            </a:r>
          </a:p>
          <a:p>
            <a:pPr/>
            <a:r>
              <a:t>- 通过所有门禁</a:t>
            </a:r>
          </a:p>
          <a:p>
            <a:pPr/>
            <a:r>
              <a:t>- 准备正式发布</a:t>
            </a:r>
          </a:p>
          <a:p>
            <a:pPr/>
            <a:r>
              <a:t>### RC版本特征</a:t>
            </a:r>
          </a:p>
          <a:p>
            <a:pPr/>
            <a:r>
              <a:t>- 功能完整</a:t>
            </a:r>
          </a:p>
          <a:p>
            <a:pPr/>
            <a:r>
              <a:t>- 质量达标</a:t>
            </a:r>
          </a:p>
          <a:p>
            <a:pPr/>
            <a:r>
              <a:t>- 文档完善</a:t>
            </a:r>
          </a:p>
          <a:p>
            <a:pPr/>
            <a:r>
              <a:t>- 测试充分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RC门禁验收清单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代码门禁</a:t>
            </a:r>
          </a:p>
          <a:p>
            <a:pPr/>
            <a:r>
              <a:t>| 检查项 | 命令 | 状态 |</a:t>
            </a:r>
          </a:p>
          <a:p>
            <a:pPr/>
            <a:r>
              <a:t>|--------|------|------|</a:t>
            </a:r>
          </a:p>
          <a:p>
            <a:pPr/>
            <a:r>
              <a:t>| 编译 | `cargo build --release` | ✅ 通过 |</a:t>
            </a:r>
          </a:p>
          <a:p>
            <a:pPr/>
            <a:r>
              <a:t>| 测试 | `cargo test` | ✅ 通过 |</a:t>
            </a:r>
          </a:p>
          <a:p>
            <a:pPr/>
            <a:r>
              <a:t>| Clippy | `cargo clippy` | ✅ 无警告 |</a:t>
            </a:r>
          </a:p>
          <a:p>
            <a:pPr/>
            <a:r>
              <a:t>| 格式化 | `cargo fmt --check` | ✅ 通过 |</a:t>
            </a:r>
          </a:p>
          <a:p>
            <a:pPr/>
            <a:r>
              <a:t>### 质量门禁</a:t>
            </a:r>
          </a:p>
          <a:p>
            <a:pPr/>
            <a:r>
              <a:t>| 检查项 | 目标 | 实际 | 状态 |</a:t>
            </a:r>
          </a:p>
          <a:p>
            <a:pPr/>
            <a:r>
              <a:t>|--------|------|------|------|</a:t>
            </a:r>
          </a:p>
          <a:p>
            <a:pPr/>
            <a:r>
              <a:t>| 测试覆盖率 | ≥80% | 85% | ✅ 达标 |</a:t>
            </a:r>
          </a:p>
          <a:p>
            <a:pPr/>
            <a:r>
              <a:t>| 代码质量 | A级 | A级 | ✅ 达标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RC门禁验收清单（续）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安全门禁</a:t>
            </a:r>
          </a:p>
          <a:p>
            <a:pPr/>
            <a:r>
              <a:t>| 检查项 | 结果 | 状态 |</a:t>
            </a:r>
          </a:p>
          <a:p>
            <a:pPr/>
            <a:r>
              <a:t>|--------|------|------|</a:t>
            </a:r>
          </a:p>
          <a:p>
            <a:pPr/>
            <a:r>
              <a:t>| 依赖扫描 | 无漏洞 | ✅ 通过 |</a:t>
            </a:r>
          </a:p>
          <a:p>
            <a:pPr/>
            <a:r>
              <a:t>| 代码扫描 | 无高危 | ✅ 通过 |</a:t>
            </a:r>
          </a:p>
          <a:p>
            <a:pPr/>
            <a:r>
              <a:t>### 功能门禁</a:t>
            </a:r>
          </a:p>
          <a:p>
            <a:pPr/>
            <a:r>
              <a:t>| 检查项 | 结果 | 状态 |</a:t>
            </a:r>
          </a:p>
          <a:p>
            <a:pPr/>
            <a:r>
              <a:t>|--------|------|------|</a:t>
            </a:r>
          </a:p>
          <a:p>
            <a:pPr/>
            <a:r>
              <a:t>| 集成测试 | 全部通过 | ✅ 通过 |</a:t>
            </a:r>
          </a:p>
          <a:p>
            <a:pPr/>
            <a:r>
              <a:t>| 回归测试 | 全部通过 | ✅ 通过 |</a:t>
            </a:r>
          </a:p>
          <a:p>
            <a:pPr/>
            <a:r>
              <a:t>### 性能门禁</a:t>
            </a:r>
          </a:p>
          <a:p>
            <a:pPr/>
            <a:r>
              <a:t>| 检查项 | 目标 | 实际 | 状态 |</a:t>
            </a:r>
          </a:p>
          <a:p>
            <a:pPr/>
            <a:r>
              <a:t>|--------|------|------|------|</a:t>
            </a:r>
          </a:p>
          <a:p>
            <a:pPr/>
            <a:r>
              <a:t>| 查询响应时间 | &lt;100ms | 85ms | ✅ 达标 |</a:t>
            </a:r>
          </a:p>
          <a:p>
            <a:pPr/>
            <a:r>
              <a:t>| 并发能力 | &gt;1000 QPS | 1200 QPS | ✅ 达标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RC门禁验收清单（续）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文档门禁</a:t>
            </a:r>
          </a:p>
          <a:p>
            <a:pPr/>
            <a:r>
              <a:t>| 检查项 | 结果 | 状态 |</a:t>
            </a:r>
          </a:p>
          <a:p>
            <a:pPr/>
            <a:r>
              <a:t>|--------|------|------|</a:t>
            </a:r>
          </a:p>
          <a:p>
            <a:pPr/>
            <a:r>
              <a:t>| README | 完善 | ✅ 通过 |</a:t>
            </a:r>
          </a:p>
          <a:p>
            <a:pPr/>
            <a:r>
              <a:t>| API文档 | 100% | ✅ 通过 |</a:t>
            </a:r>
          </a:p>
          <a:p>
            <a:pPr/>
            <a:r>
              <a:t>| 用户手册 | 完善 | ✅ 通过 |</a:t>
            </a:r>
          </a:p>
          <a:p>
            <a:pPr/>
            <a:r>
              <a:t>| 安装指南 | 完善 | ✅ 通过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RC版本发布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创建RC标签</a:t>
            </a:r>
          </a:p>
          <a:p>
            <a:pPr/>
            <a:r>
              <a:t>```bash</a:t>
            </a:r>
          </a:p>
          <a:p>
            <a:pPr/>
            <a:r>
              <a:t>git tag -a v1.0.0-rc1 -m "RC1版本"</a:t>
            </a:r>
          </a:p>
          <a:p>
            <a:pPr/>
            <a:r>
              <a:t>git push origin v1.0.0-rc1</a:t>
            </a:r>
          </a:p>
          <a:p>
            <a:pPr/>
            <a:r>
              <a:t>```</a:t>
            </a:r>
          </a:p>
          <a:p>
            <a:pPr/>
            <a:r>
              <a:t>### 发布RC版本</a:t>
            </a:r>
          </a:p>
          <a:p>
            <a:pPr/>
            <a:r>
              <a:t>```markdown</a:t>
            </a:r>
          </a:p>
          <a:p>
            <a:pPr/>
            <a:r>
              <a:t># SQLRustGo v1.0.0-rc1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支持JOIN查询</a:t>
            </a:r>
          </a:p>
          <a:p>
            <a:pPr/>
            <a:r>
              <a:t>- 支持子查询</a:t>
            </a:r>
          </a:p>
          <a:p>
            <a:pPr/>
            <a:r>
              <a:t>- 支持视图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已知问题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性能待优化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测试覆盖率：85%</a:t>
            </a:r>
          </a:p>
          <a:p>
            <a:pPr/>
            <a:r>
              <a:t>- 所有门禁通过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4: 实践练习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配置门禁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任务</a:t>
            </a:r>
          </a:p>
          <a:p>
            <a:pPr/>
            <a:r>
              <a:t>1. 配置GitHub Actions门禁</a:t>
            </a:r>
          </a:p>
          <a:p>
            <a:pPr/>
            <a:r>
              <a:t>2. 添加所有门禁检查</a:t>
            </a:r>
          </a:p>
          <a:p>
            <a:pPr/>
            <a:r>
              <a:t>3. 触发CI验证</a:t>
            </a:r>
          </a:p>
          <a:p>
            <a:pPr/>
            <a:r>
              <a:t>### 配置文件</a:t>
            </a:r>
          </a:p>
          <a:p>
            <a:pPr/>
            <a:r>
              <a:t>```yaml</a:t>
            </a:r>
          </a:p>
          <a:p>
            <a:pPr/>
            <a:r>
              <a:t>name: Release Gates</a:t>
            </a:r>
          </a:p>
          <a:p>
            <a:pPr/>
            <a:r>
              <a:t>on:</a:t>
            </a:r>
          </a:p>
          <a:p>
            <a:pPr/>
            <a:r>
              <a:t>push:</a:t>
            </a:r>
          </a:p>
          <a:p>
            <a:pPr/>
            <a:r>
              <a:t>tags:</a:t>
            </a:r>
          </a:p>
          <a:p>
            <a:pPr/>
            <a:r>
              <a:t>- 'v*-rc*'</a:t>
            </a:r>
          </a:p>
          <a:p>
            <a:pPr/>
            <a:r>
              <a:t>jobs:</a:t>
            </a:r>
          </a:p>
          <a:p>
            <a:pPr/>
            <a:r>
              <a:t>gates:</a:t>
            </a:r>
          </a:p>
          <a:p>
            <a:pPr/>
            <a:r>
              <a:t>runs-on: ubuntu-latest</a:t>
            </a:r>
          </a:p>
          <a:p>
            <a:pPr/>
            <a:r>
              <a:t>steps:</a:t>
            </a:r>
          </a:p>
          <a:p>
            <a:pPr/>
            <a:r>
              <a:t>- uses: actions/checkout@v3</a:t>
            </a:r>
          </a:p>
          <a:p>
            <a:pPr/>
            <a:r>
              <a:t>- name: Run all gates</a:t>
            </a:r>
          </a:p>
          <a:p>
            <a:pPr/>
            <a:r>
              <a:t>run: ./scripts/run_gates.sh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执行验收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任务</a:t>
            </a:r>
          </a:p>
          <a:p>
            <a:pPr/>
            <a:r>
              <a:t>1. 运行所有门禁检查</a:t>
            </a:r>
          </a:p>
          <a:p>
            <a:pPr/>
            <a:r>
              <a:t>2. 填写验收清单</a:t>
            </a:r>
          </a:p>
          <a:p>
            <a:pPr/>
            <a:r>
              <a:t>3. 创建RC版本</a:t>
            </a:r>
          </a:p>
          <a:p>
            <a:pPr/>
            <a:r>
              <a:t>### 验收清单</a:t>
            </a:r>
          </a:p>
          <a:p>
            <a:pPr/>
            <a:r>
              <a:t>- [ ] 代码门禁通过</a:t>
            </a:r>
          </a:p>
          <a:p>
            <a:pPr/>
            <a:r>
              <a:t>- [ ] 质量门禁通过</a:t>
            </a:r>
          </a:p>
          <a:p>
            <a:pPr/>
            <a:r>
              <a:t>- [ ] 安全门禁通过</a:t>
            </a:r>
          </a:p>
          <a:p>
            <a:pPr/>
            <a:r>
              <a:t>- [ ] 功能门禁通过</a:t>
            </a:r>
          </a:p>
          <a:p>
            <a:pPr/>
            <a:r>
              <a:t>- [ ] 性能门禁通过</a:t>
            </a:r>
          </a:p>
          <a:p>
            <a:pPr/>
            <a:r>
              <a:t>- [ ] 文档门禁通过</a:t>
            </a:r>
          </a:p>
          <a:p>
            <a:pPr/>
            <a:r>
              <a:t>---</a:t>
            </a:r>
          </a:p>
          <a:p>
            <a:pPr/>
            <a:r>
              <a:t># 核心知识点总结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发布门禁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**What**：发布前必须通过的检查点</a:t>
            </a:r>
          </a:p>
          <a:p>
            <a:pPr/>
            <a:r>
              <a:t>- **Why**：质量保证、风险控制、团队协作</a:t>
            </a:r>
          </a:p>
          <a:p>
            <a:pPr/>
            <a:r>
              <a:t>- **How**：配置门禁检查、自动化执行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门禁类型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**代码门禁**：编译、测试、格式化、Clippy</a:t>
            </a:r>
          </a:p>
          <a:p>
            <a:pPr/>
            <a:r>
              <a:t>- **质量门禁**：测试覆盖率、代码质量</a:t>
            </a:r>
          </a:p>
          <a:p>
            <a:pPr/>
            <a:r>
              <a:t>- **安全门禁**：依赖扫描、代码扫描</a:t>
            </a:r>
          </a:p>
          <a:p>
            <a:pPr/>
            <a:r>
              <a:t>- **功能门禁**：集成测试、回归测试</a:t>
            </a:r>
          </a:p>
          <a:p>
            <a:pPr/>
            <a:r>
              <a:t>- **性能门禁**：性能测试、压力测试</a:t>
            </a:r>
          </a:p>
          <a:p>
            <a:pPr/>
            <a:r>
              <a:t>- **文档门禁**：文档完整性、API文档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RC版本验收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**RC版本定义**：发布候选版本</a:t>
            </a:r>
          </a:p>
          <a:p>
            <a:pPr/>
            <a:r>
              <a:t>- **验收清单**：所有门禁检查</a:t>
            </a:r>
          </a:p>
          <a:p>
            <a:pPr/>
            <a:r>
              <a:t>- **发布流程**：创建标签、发布公告</a:t>
            </a:r>
          </a:p>
          <a:p>
            <a:pPr/>
            <a:r>
              <a:t>---</a:t>
            </a:r>
          </a:p>
          <a:p>
            <a:pPr/>
            <a:r>
              <a:t># 课后作业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配置完整的门禁检查</a:t>
            </a:r>
          </a:p>
          <a:p>
            <a:pPr/>
            <a:r>
              <a:t>2. 执行RC版本验收</a:t>
            </a:r>
          </a:p>
          <a:p>
            <a:pPr/>
            <a:r>
              <a:t>3. 创建RC版本标签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版本发布与长期规划</a:t>
            </a:r>
          </a:p>
          <a:p>
            <a:pPr/>
            <a:r>
              <a:t>- v3.0-5.0功能演进</a:t>
            </a:r>
          </a:p>
          <a:p>
            <a:pPr/>
            <a:r>
              <a:t>---</a:t>
            </a:r>
          </a:p>
          <a:p>
            <a:pPr/>
            <a:r>
              <a:t>&lt;!-- _class: lead --&gt;</a:t>
            </a:r>
          </a:p>
          <a:p>
            <a:pPr/>
            <a:r>
              <a:t># 谢谢！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下节课：版本发布与长期规划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
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第10</a:t>
            </a:r>
          </a:p>
          <a:p>
            <a:r>
              <a:t>PR工作流与项目成熟度评估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  <a:p>
            <a:pPr/>
            <a:r>
              <a:t># 课程大纲</a:t>
            </a:r>
          </a:p>
          <a:p>
            <a:pPr/>
            <a:r>
              <a:t>1. **PR工作流详解**（25分钟）</a:t>
            </a:r>
          </a:p>
          <a:p>
            <a:pPr/>
            <a:r>
              <a:t>2. **项目成熟度评估**（25分钟）</a:t>
            </a:r>
          </a:p>
          <a:p>
            <a:pPr/>
            <a:r>
              <a:t>3. **v2.0功能规划**（20分钟）</a:t>
            </a:r>
          </a:p>
          <a:p>
            <a:pPr/>
            <a:r>
              <a:t>4. **实践练习**（10分钟）</a:t>
            </a:r>
          </a:p>
          <a:p>
            <a:pPr/>
            <a:r>
              <a:t>---</a:t>
            </a:r>
          </a:p>
          <a:p>
            <a:pPr/>
            <a:r>
              <a:t># Part 1: PR工作流详解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What：什么是PR工作流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Pull Request定义</a:t>
            </a:r>
          </a:p>
          <a:p>
            <a:pPr/>
            <a:r>
              <a:t>一种代码合并请求机制，用于代码审核和讨论</a:t>
            </a:r>
          </a:p>
          <a:p>
            <a:pPr/>
            <a:r>
              <a:t>### PR工作流的作用</a:t>
            </a:r>
          </a:p>
          <a:p>
            <a:pPr/>
            <a:r>
              <a:t>- **代码审核**：确保代码质量</a:t>
            </a:r>
          </a:p>
          <a:p>
            <a:pPr/>
            <a:r>
              <a:t>- **知识共享**：团队成员互相学习</a:t>
            </a:r>
          </a:p>
          <a:p>
            <a:pPr/>
            <a:r>
              <a:t>- **历史记录**：保留变更讨论记录</a:t>
            </a:r>
          </a:p>
          <a:p>
            <a:pPr/>
            <a:r>
              <a:t>- **自动化检查**：触发CI/CD流程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Why：为什么使用PR工作流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质量保证</a:t>
            </a:r>
          </a:p>
          <a:p>
            <a:pPr/>
            <a:r>
              <a:t>- 多人审核代码</a:t>
            </a:r>
          </a:p>
          <a:p>
            <a:pPr/>
            <a:r>
              <a:t>- 发现潜在问题</a:t>
            </a:r>
          </a:p>
          <a:p>
            <a:pPr/>
            <a:r>
              <a:t>- 保证代码规范</a:t>
            </a:r>
          </a:p>
          <a:p>
            <a:pPr/>
            <a:r>
              <a:t>### 知识传递</a:t>
            </a:r>
          </a:p>
          <a:p>
            <a:pPr/>
            <a:r>
              <a:t>- 团队成员了解代码变更</a:t>
            </a:r>
          </a:p>
          <a:p>
            <a:pPr/>
            <a:r>
              <a:t>- 分享最佳实践</a:t>
            </a:r>
          </a:p>
          <a:p>
            <a:pPr/>
            <a:r>
              <a:t>- 新成员快速上手</a:t>
            </a:r>
          </a:p>
          <a:p>
            <a:pPr/>
            <a:r>
              <a:t>### 协作效率</a:t>
            </a:r>
          </a:p>
          <a:p>
            <a:pPr/>
            <a:r>
              <a:t>- 集中讨论代码变更</a:t>
            </a:r>
          </a:p>
          <a:p>
            <a:pPr/>
            <a:r>
              <a:t>- 减少会议时间</a:t>
            </a:r>
          </a:p>
          <a:p>
            <a:pPr/>
            <a:r>
              <a:t>- 异步协作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How：PR工作流最佳实践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创建PR</a:t>
            </a:r>
          </a:p>
          <a:p>
            <a:pPr/>
            <a:r>
              <a:t>```markdown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变更类型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[x] 新功能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变更说明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添加JOIN支持，包括：</a:t>
            </a:r>
          </a:p>
          <a:p>
            <a:pPr/>
            <a:r>
              <a:t>- INNER JOIN</a:t>
            </a:r>
          </a:p>
          <a:p>
            <a:pPr/>
            <a:r>
              <a:t>- LEFT JOIN</a:t>
            </a:r>
          </a:p>
          <a:p>
            <a:pPr/>
            <a:r>
              <a:t>- RIGHT JOIN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测试说明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添加了单元测试</a:t>
            </a:r>
          </a:p>
          <a:p>
            <a:pPr/>
            <a:r>
              <a:t>- 添加了集成测试</a:t>
            </a:r>
          </a:p>
          <a:p>
            <a:pPr/>
            <a:r>
              <a:t>- 测试覆盖率：85%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相关Issue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Closes #45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How：PR工作流最佳实践（续）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审核PR</a:t>
            </a:r>
          </a:p>
          <a:p>
            <a:pPr/>
            <a:r>
              <a:t>**审核检查清单**：</a:t>
            </a:r>
          </a:p>
          <a:p>
            <a:pPr/>
            <a:r>
              <a:t>- [ ] 代码是否实现了预期功能</a:t>
            </a:r>
          </a:p>
          <a:p>
            <a:pPr/>
            <a:r>
              <a:t>- [ ] 代码是否清晰易读</a:t>
            </a:r>
          </a:p>
          <a:p>
            <a:pPr/>
            <a:r>
              <a:t>- [ ] 是否有足够的测试</a:t>
            </a:r>
          </a:p>
          <a:p>
            <a:pPr/>
            <a:r>
              <a:t>- [ ] 是否更新了文档</a:t>
            </a:r>
          </a:p>
          <a:p>
            <a:pPr/>
            <a:r>
              <a:t>- [ ] 是否符合编码规范</a:t>
            </a:r>
          </a:p>
          <a:p>
            <a:pPr/>
            <a:r>
              <a:t>**审核意见类型**：</a:t>
            </a:r>
          </a:p>
          <a:p>
            <a:pPr/>
            <a:r>
              <a:t>- **必须修改**：`MUST: 需要添加错误处理`</a:t>
            </a:r>
          </a:p>
          <a:p>
            <a:pPr/>
            <a:r>
              <a:t>- **建议修改**：`SUGGEST: 可以简化这个逻辑`</a:t>
            </a:r>
          </a:p>
          <a:p>
            <a:pPr/>
            <a:r>
              <a:t>- **问题讨论**：`QUESTION: 这里为什么使用B+树而不是哈希索引？`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How：PR工作流最佳实践（续）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合并PR</a:t>
            </a:r>
          </a:p>
          <a:p>
            <a:pPr/>
            <a:r>
              <a:t>**合并前检查**：</a:t>
            </a:r>
          </a:p>
          <a:p>
            <a:pPr/>
            <a:r>
              <a:t>- [ ] 所有审核意见已解决</a:t>
            </a:r>
          </a:p>
          <a:p>
            <a:pPr/>
            <a:r>
              <a:t>- [ ] CI检查全部通过</a:t>
            </a:r>
          </a:p>
          <a:p>
            <a:pPr/>
            <a:r>
              <a:t>- [ ] 代码已更新到最新</a:t>
            </a:r>
          </a:p>
          <a:p>
            <a:pPr/>
            <a:r>
              <a:t>- [ ] 测试覆盖率达标</a:t>
            </a:r>
          </a:p>
          <a:p>
            <a:pPr/>
            <a:r>
              <a:t>**合并方式**：</a:t>
            </a:r>
          </a:p>
          <a:p>
            <a:pPr/>
            <a:r>
              <a:t>- **Merge commit**：保留完整历史</a:t>
            </a:r>
          </a:p>
          <a:p>
            <a:pPr/>
            <a:r>
              <a:t>- **Squash and merge**：压缩为一个提交</a:t>
            </a:r>
          </a:p>
          <a:p>
            <a:pPr/>
            <a:r>
              <a:t>- **Rebase and merge**：变基合并</a:t>
            </a:r>
          </a:p>
          <a:p>
            <a:pPr/>
            <a:r>
              <a:t>---</a:t>
            </a:r>
          </a:p>
          <a:p>
            <a:pPr/>
            <a:r>
              <a:t># Part 2: 项目成熟度评估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What：什么是项目成熟度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定义</a:t>
            </a:r>
          </a:p>
          <a:p>
            <a:pPr/>
            <a:r>
              <a:t>项目在功能完整性、代码质量、文档完善度等方面的综合评估</a:t>
            </a:r>
          </a:p>
          <a:p>
            <a:pPr/>
            <a:r>
              <a:t>### 成熟度等级</a:t>
            </a:r>
          </a:p>
          <a:p>
            <a:pPr/>
            <a:r>
              <a:t>| 等级 | 名称 | 特征 |</a:t>
            </a:r>
          </a:p>
          <a:p>
            <a:pPr/>
            <a:r>
              <a:t>|------|------|------|</a:t>
            </a:r>
          </a:p>
          <a:p>
            <a:pPr/>
            <a:r>
              <a:t>| 1 | 原型 | 功能可用，质量较低 |</a:t>
            </a:r>
          </a:p>
          <a:p>
            <a:pPr/>
            <a:r>
              <a:t>| 2 | Alpha | 功能完整，有测试 |</a:t>
            </a:r>
          </a:p>
          <a:p>
            <a:pPr/>
            <a:r>
              <a:t>| 3 | Beta | 功能稳定，用户测试 |</a:t>
            </a:r>
          </a:p>
          <a:p>
            <a:pPr/>
            <a:r>
              <a:t>| 4 | RC | 发布候选，质量门禁 |</a:t>
            </a:r>
          </a:p>
          <a:p>
            <a:pPr/>
            <a:r>
              <a:t>| 5 | Release | 生产就绪，稳定可靠 |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Why：为什么需要成熟度评估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项目管理</a:t>
            </a:r>
          </a:p>
          <a:p>
            <a:pPr/>
            <a:r>
              <a:t>- 了解项目当前状态</a:t>
            </a:r>
          </a:p>
          <a:p>
            <a:pPr/>
            <a:r>
              <a:t>- 规划下一步工作</a:t>
            </a:r>
          </a:p>
          <a:p>
            <a:pPr/>
            <a:r>
              <a:t>- 分配资源</a:t>
            </a:r>
          </a:p>
          <a:p>
            <a:pPr/>
            <a:r>
              <a:t>### 质量控制</a:t>
            </a:r>
          </a:p>
          <a:p>
            <a:pPr/>
            <a:r>
              <a:t>- 确保达到发布标准</a:t>
            </a:r>
          </a:p>
          <a:p>
            <a:pPr/>
            <a:r>
              <a:t>- 识别质量风险</a:t>
            </a:r>
          </a:p>
          <a:p>
            <a:pPr/>
            <a:r>
              <a:t>- 持续改进</a:t>
            </a:r>
          </a:p>
          <a:p>
            <a:pPr/>
            <a:r>
              <a:t>### 沟通协作</a:t>
            </a:r>
          </a:p>
          <a:p>
            <a:pPr/>
            <a:r>
              <a:t>- 向利益相关者报告进度</a:t>
            </a:r>
          </a:p>
          <a:p>
            <a:pPr/>
            <a:r>
              <a:t>- 团队对齐目标</a:t>
            </a:r>
          </a:p>
          <a:p>
            <a:pPr/>
            <a:r>
              <a:t>- 用户了解产品状态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How：v2.0成熟度评估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评估维度</a:t>
            </a:r>
          </a:p>
          <a:p>
            <a:pPr/>
            <a:r>
              <a:t>| 维度 | 指标 | 目标 | 当前状态 |</a:t>
            </a:r>
          </a:p>
          <a:p>
            <a:pPr/>
            <a:r>
              <a:t>|------|------|------|---------|</a:t>
            </a:r>
          </a:p>
          <a:p>
            <a:pPr/>
            <a:r>
              <a:t>| 代码质量 | 测试覆盖率 | ≥80% | 75% |</a:t>
            </a:r>
          </a:p>
          <a:p>
            <a:pPr/>
            <a:r>
              <a:t>| 代码质量 | Clippy警告 | 0 | 0 |</a:t>
            </a:r>
          </a:p>
          <a:p>
            <a:pPr/>
            <a:r>
              <a:t>| 功能完整性 | 核心功能 | 100% | 90% |</a:t>
            </a:r>
          </a:p>
          <a:p>
            <a:pPr/>
            <a:r>
              <a:t>| 文档完善 | API文档 | 100% | 85% |</a:t>
            </a:r>
          </a:p>
          <a:p>
            <a:pPr/>
            <a:r>
              <a:t>| CI/CD | 自动化检查 | 100% | 100% |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How：v2.0成熟度评估（续）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评估结果</a:t>
            </a:r>
          </a:p>
          <a:p>
            <a:pPr/>
            <a:r>
              <a:t>```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         SQLRustGo v2.0 成熟度评估                  │</a:t>
            </a:r>
          </a:p>
          <a:p>
            <a:pPr/>
            <a:r>
              <a:t>├─────────────────────────────────────────────────────┤</a:t>
            </a:r>
          </a:p>
          <a:p>
            <a:pPr/>
            <a:r>
              <a:t>│  代码质量    ████████░░  80%  达标                  │</a:t>
            </a:r>
          </a:p>
          <a:p>
            <a:pPr/>
            <a:r>
              <a:t>│  功能完整性  ████████░░  90%  接近目标              │</a:t>
            </a:r>
          </a:p>
          <a:p>
            <a:pPr/>
            <a:r>
              <a:t>│  文档完善    ████████░░  85%  需改进                │</a:t>
            </a:r>
          </a:p>
          <a:p>
            <a:pPr/>
            <a:r>
              <a:t>│  CI/CD      ██████████  100% 达标                  │</a:t>
            </a:r>
          </a:p>
          <a:p>
            <a:pPr/>
            <a:r>
              <a:t>│  安全合规    ███████░░░  70%  需改进                │</a:t>
            </a:r>
          </a:p>
          <a:p>
            <a:pPr/>
            <a:r>
              <a:t>├─────────────────────────────────────────────────────┤</a:t>
            </a:r>
          </a:p>
          <a:p>
            <a:pPr/>
            <a:r>
              <a:t>│  综合评分    ████████░░  85%  达到Beta级别          │</a:t>
            </a:r>
          </a:p>
          <a:p>
            <a:pPr/>
            <a:r>
              <a:t>└─────────────────────────────────────────────────────┘</a:t>
            </a:r>
          </a:p>
          <a:p>
            <a:pPr/>
            <a:r>
              <a:t>```</a:t>
            </a:r>
          </a:p>
          <a:p>
            <a:pPr/>
            <a:r>
              <a:t>### 改进计划</a:t>
            </a:r>
          </a:p>
          <a:p>
            <a:pPr/>
            <a:r>
              <a:t>- 提高测试覆盖率至80%+</a:t>
            </a:r>
          </a:p>
          <a:p>
            <a:pPr/>
            <a:r>
              <a:t>- 完善API文档</a:t>
            </a:r>
          </a:p>
          <a:p>
            <a:pPr/>
            <a:r>
              <a:t>- 添加安全扫描</a:t>
            </a:r>
          </a:p>
          <a:p>
            <a:pPr/>
            <a:r>
              <a:t>---</a:t>
            </a:r>
          </a:p>
          <a:p>
            <a:pPr/>
            <a:r>
              <a:t># Part 3: v2.0功能规划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What：v2.0新功能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JOIN支持</a:t>
            </a:r>
          </a:p>
          <a:p>
            <a:pPr/>
            <a:r>
              <a:t>- INNER JOIN</a:t>
            </a:r>
          </a:p>
          <a:p>
            <a:pPr/>
            <a:r>
              <a:t>- LEFT JOIN</a:t>
            </a:r>
          </a:p>
          <a:p>
            <a:pPr/>
            <a:r>
              <a:t>- RIGHT JOIN</a:t>
            </a:r>
          </a:p>
          <a:p>
            <a:pPr/>
            <a:r>
              <a:t>- FULL OUTER JOIN</a:t>
            </a:r>
          </a:p>
          <a:p>
            <a:pPr/>
            <a:r>
              <a:t>### 子查询支持</a:t>
            </a:r>
          </a:p>
          <a:p>
            <a:pPr/>
            <a:r>
              <a:t>- WHERE子句子查询</a:t>
            </a:r>
          </a:p>
          <a:p>
            <a:pPr/>
            <a:r>
              <a:t>- FROM子句子查询</a:t>
            </a:r>
          </a:p>
          <a:p>
            <a:pPr/>
            <a:r>
              <a:t>- SELECT子句子查询</a:t>
            </a:r>
          </a:p>
          <a:p>
            <a:pPr/>
            <a:r>
              <a:t>### 视图支持</a:t>
            </a:r>
          </a:p>
          <a:p>
            <a:pPr/>
            <a:r>
              <a:t>- CREATE VIEW</a:t>
            </a:r>
          </a:p>
          <a:p>
            <a:pPr/>
            <a:r>
              <a:t>- DROP VIEW</a:t>
            </a:r>
          </a:p>
          <a:p>
            <a:pPr/>
            <a:r>
              <a:t>- 视图查询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Why：为什么需要这些功能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JOIN支持</a:t>
            </a:r>
          </a:p>
          <a:p>
            <a:pPr/>
            <a:r>
              <a:t>- 关系数据库的核心功能</a:t>
            </a:r>
          </a:p>
          <a:p>
            <a:pPr/>
            <a:r>
              <a:t>- 支持多表查询</a:t>
            </a:r>
          </a:p>
          <a:p>
            <a:pPr/>
            <a:r>
              <a:t>- 提高数据关联能力</a:t>
            </a:r>
          </a:p>
          <a:p>
            <a:pPr/>
            <a:r>
              <a:t>### 子查询支持</a:t>
            </a:r>
          </a:p>
          <a:p>
            <a:pPr/>
            <a:r>
              <a:t>- 复杂查询的必要功能</a:t>
            </a:r>
          </a:p>
          <a:p>
            <a:pPr/>
            <a:r>
              <a:t>- 提高查询灵活性</a:t>
            </a:r>
          </a:p>
          <a:p>
            <a:pPr/>
            <a:r>
              <a:t>- 支持嵌套查询</a:t>
            </a:r>
          </a:p>
          <a:p>
            <a:pPr/>
            <a:r>
              <a:t>### 视图支持</a:t>
            </a:r>
          </a:p>
          <a:p>
            <a:pPr/>
            <a:r>
              <a:t>- 简化复杂查询</a:t>
            </a:r>
          </a:p>
          <a:p>
            <a:pPr/>
            <a:r>
              <a:t>- 提供数据抽象层</a:t>
            </a:r>
          </a:p>
          <a:p>
            <a:pPr/>
            <a:r>
              <a:t>- 增强安全性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How：v2.0实现计划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开发周期</a:t>
            </a:r>
          </a:p>
          <a:p>
            <a:pPr/>
            <a:r>
              <a:t>| 功能 | 周次 | 负责人 |</a:t>
            </a:r>
          </a:p>
          <a:p>
            <a:pPr/>
            <a:r>
              <a:t>|------|------|--------|</a:t>
            </a:r>
          </a:p>
          <a:p>
            <a:pPr/>
            <a:r>
              <a:t>| JOIN支持 | 第10-12周 | Team A |</a:t>
            </a:r>
          </a:p>
          <a:p>
            <a:pPr/>
            <a:r>
              <a:t>| 子查询支持 | 第13-14周 | Team B |</a:t>
            </a:r>
          </a:p>
          <a:p>
            <a:pPr/>
            <a:r>
              <a:t>| 视图支持 | 第15周 | Team C |</a:t>
            </a:r>
          </a:p>
          <a:p>
            <a:pPr/>
            <a:r>
              <a:t>### 技术方案</a:t>
            </a:r>
          </a:p>
          <a:p>
            <a:pPr/>
            <a:r>
              <a:t>- **JOIN实现**：修改Parser、Planner、Executor</a:t>
            </a:r>
          </a:p>
          <a:p>
            <a:pPr/>
            <a:r>
              <a:t>- **子查询实现**：扩展AST、优化执行计划</a:t>
            </a:r>
          </a:p>
          <a:p>
            <a:pPr/>
            <a:r>
              <a:t>- **视图实现**：添加视图管理模块</a:t>
            </a:r>
          </a:p>
          <a:p>
            <a:pPr/>
            <a:r>
              <a:t>---</a:t>
            </a:r>
          </a:p>
          <a:p>
            <a:pPr/>
            <a:r>
              <a:t># Part 4: 实践练习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创建v2.0功能分支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```bash</a:t>
            </a:r>
          </a:p>
          <a:p>
            <a:pPr/>
            <a:r>
              <a:t># 创建JOIN功能分支</a:t>
            </a:r>
          </a:p>
          <a:p>
            <a:pPr/>
            <a:r>
              <a:t>git checkout -b feature/add-join-support</a:t>
            </a:r>
          </a:p>
          <a:p>
            <a:pPr/>
            <a:r>
              <a:t># 创建子查询功能分支</a:t>
            </a:r>
          </a:p>
          <a:p>
            <a:pPr/>
            <a:r>
              <a:t>git checkout -b feature/add-subquery-support</a:t>
            </a:r>
          </a:p>
          <a:p>
            <a:pPr/>
            <a:r>
              <a:t># 创建视图功能分支</a:t>
            </a:r>
          </a:p>
          <a:p>
            <a:pPr/>
            <a:r>
              <a:t>git checkout -b feature/add-view-support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编写功能设计文档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设计文档模板</a:t>
            </a:r>
          </a:p>
          <a:p>
            <a:pPr/>
            <a:r>
              <a:t>```markdown</a:t>
            </a:r>
          </a:p>
          <a:p>
            <a:pPr/>
            <a:r>
              <a:t># JOIN功能设计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功能描述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支持多表JOIN查询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Parser层：扩展SQL语法</a:t>
            </a:r>
          </a:p>
          <a:p>
            <a:pPr/>
            <a:r>
              <a:t>2. Planner层：生成JOIN执行计划</a:t>
            </a:r>
          </a:p>
          <a:p>
            <a:pPr/>
            <a:r>
              <a:t>3. Executor层：实现JOIN算子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接口设计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```rust</a:t>
            </a:r>
          </a:p>
          <a:p>
            <a:pPr/>
            <a:r>
              <a:t>pub struct JoinOperator {</a:t>
            </a:r>
          </a:p>
          <a:p>
            <a:pPr/>
            <a:r>
              <a:t>left: Box&lt;Operator&gt;,</a:t>
            </a:r>
          </a:p>
          <a:p>
            <a:pPr/>
            <a:r>
              <a:t>right: Box&lt;Operator&gt;,</a:t>
            </a:r>
          </a:p>
          <a:p>
            <a:pPr/>
            <a:r>
              <a:t>condition: Expression,</a:t>
            </a:r>
          </a:p>
          <a:p>
            <a:pPr/>
            <a:r>
              <a:t>join_type: JoinType,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测试计划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单元测试：JOIN算子测试</a:t>
            </a:r>
          </a:p>
          <a:p>
            <a:pPr/>
            <a:r>
              <a:t>- 集成测试：多表查询测试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  <a:p>
            <a:pPr/>
            <a:r>
              <a:t># 核心知识点总结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PR工作流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**What**：代码合并请求机制</a:t>
            </a:r>
          </a:p>
          <a:p>
            <a:pPr/>
            <a:r>
              <a:t>- **Why**：质量保证、知识传递、协作效率</a:t>
            </a:r>
          </a:p>
          <a:p>
            <a:pPr/>
            <a:r>
              <a:t>- **How**：创建PR → 审核 → 修改 → 合并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项目成熟度评估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**What**：项目综合评估</a:t>
            </a:r>
          </a:p>
          <a:p>
            <a:pPr/>
            <a:r>
              <a:t>- **Why**：项目管理、质量控制、沟通协作</a:t>
            </a:r>
          </a:p>
          <a:p>
            <a:pPr/>
            <a:r>
              <a:t>- **How**：多维度评估、制定改进计划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v2.0功能规划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**JOIN支持**</a:t>
            </a:r>
          </a:p>
          <a:p>
            <a:pPr/>
            <a:r>
              <a:t>- **子查询支持**</a:t>
            </a:r>
          </a:p>
          <a:p>
            <a:pPr/>
            <a:r>
              <a:t>- **视图支持**</a:t>
            </a:r>
          </a:p>
          <a:p>
            <a:pPr/>
            <a:r>
              <a:t>---</a:t>
            </a:r>
          </a:p>
          <a:p>
            <a:pPr/>
            <a:r>
              <a:t># 课后作业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创建v2.0功能分支</a:t>
            </a:r>
          </a:p>
          <a:p>
            <a:pPr/>
            <a:r>
              <a:t>2. 编写功能设计文档</a:t>
            </a:r>
          </a:p>
          <a:p>
            <a:pPr/>
            <a:r>
              <a:t>3. 提交PR进行审核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预习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CI/CD与OpenClaw自动化</a:t>
            </a:r>
          </a:p>
          <a:p>
            <a:pPr/>
            <a:r>
              <a:t>- 多AI协作</a:t>
            </a:r>
          </a:p>
          <a:p>
            <a:pPr/>
            <a:r>
              <a:t>---</a:t>
            </a:r>
          </a:p>
          <a:p>
            <a:pPr/>
            <a:r>
              <a:t>&lt;!-- _class: lead --&gt;</a:t>
            </a:r>
          </a:p>
          <a:p>
            <a:pPr/>
            <a:r>
              <a:t># 谢谢！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下节课：CI/CD与OpenClaw自动化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